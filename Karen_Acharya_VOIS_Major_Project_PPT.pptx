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6"/>
  </p:notesMasterIdLst>
  <p:handoutMasterIdLst>
    <p:handoutMasterId r:id="rId27"/>
  </p:handoutMasterIdLst>
  <p:sldIdLst>
    <p:sldId id="338" r:id="rId5"/>
    <p:sldId id="327" r:id="rId6"/>
    <p:sldId id="315" r:id="rId7"/>
    <p:sldId id="329" r:id="rId8"/>
    <p:sldId id="302" r:id="rId9"/>
    <p:sldId id="339" r:id="rId10"/>
    <p:sldId id="344" r:id="rId11"/>
    <p:sldId id="345" r:id="rId12"/>
    <p:sldId id="346" r:id="rId13"/>
    <p:sldId id="347" r:id="rId14"/>
    <p:sldId id="348" r:id="rId15"/>
    <p:sldId id="352" r:id="rId16"/>
    <p:sldId id="349" r:id="rId17"/>
    <p:sldId id="350" r:id="rId18"/>
    <p:sldId id="351" r:id="rId19"/>
    <p:sldId id="353" r:id="rId20"/>
    <p:sldId id="354" r:id="rId21"/>
    <p:sldId id="341" r:id="rId22"/>
    <p:sldId id="342" r:id="rId23"/>
    <p:sldId id="343" r:id="rId24"/>
    <p:sldId id="30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05F4D9-8E80-4A77-8177-F75BA1DD8449}" v="74" dt="2026-09-09T16:16:30.480"/>
    <p1510:client id="{53103762-44F0-4888-A6D2-909A623E1CDC}" v="25" dt="2026-09-09T17:49:49.345"/>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n Acharya" userId="52915841b2fbfcda" providerId="LiveId" clId="{9D6B1FFB-5FC6-46F4-9391-D21B76BB02E5}"/>
    <pc:docChg chg="undo custSel addSld delSld modSld sldOrd">
      <pc:chgData name="Karen Acharya" userId="52915841b2fbfcda" providerId="LiveId" clId="{9D6B1FFB-5FC6-46F4-9391-D21B76BB02E5}" dt="2026-09-09T17:50:48.129" v="439" actId="120"/>
      <pc:docMkLst>
        <pc:docMk/>
      </pc:docMkLst>
      <pc:sldChg chg="modSp mod modAnim">
        <pc:chgData name="Karen Acharya" userId="52915841b2fbfcda" providerId="LiveId" clId="{9D6B1FFB-5FC6-46F4-9391-D21B76BB02E5}" dt="2026-09-09T16:17:05.341" v="84" actId="1076"/>
        <pc:sldMkLst>
          <pc:docMk/>
          <pc:sldMk cId="1341901065" sldId="302"/>
        </pc:sldMkLst>
        <pc:spChg chg="mod">
          <ac:chgData name="Karen Acharya" userId="52915841b2fbfcda" providerId="LiveId" clId="{9D6B1FFB-5FC6-46F4-9391-D21B76BB02E5}" dt="2026-09-09T16:16:59.236" v="83" actId="1076"/>
          <ac:spMkLst>
            <pc:docMk/>
            <pc:sldMk cId="1341901065" sldId="302"/>
            <ac:spMk id="7" creationId="{B21C28F5-3CA3-4B78-B5C9-550C00BB3174}"/>
          </ac:spMkLst>
        </pc:spChg>
        <pc:spChg chg="mod">
          <ac:chgData name="Karen Acharya" userId="52915841b2fbfcda" providerId="LiveId" clId="{9D6B1FFB-5FC6-46F4-9391-D21B76BB02E5}" dt="2026-09-09T16:17:05.341" v="84" actId="1076"/>
          <ac:spMkLst>
            <pc:docMk/>
            <pc:sldMk cId="1341901065" sldId="302"/>
            <ac:spMk id="9" creationId="{FEF304F5-32C5-4869-B185-859B567855A8}"/>
          </ac:spMkLst>
        </pc:spChg>
      </pc:sldChg>
      <pc:sldChg chg="modSp mod">
        <pc:chgData name="Karen Acharya" userId="52915841b2fbfcda" providerId="LiveId" clId="{9D6B1FFB-5FC6-46F4-9391-D21B76BB02E5}" dt="2026-09-09T17:48:23.367" v="424" actId="14100"/>
        <pc:sldMkLst>
          <pc:docMk/>
          <pc:sldMk cId="3401748718" sldId="304"/>
        </pc:sldMkLst>
        <pc:spChg chg="mod">
          <ac:chgData name="Karen Acharya" userId="52915841b2fbfcda" providerId="LiveId" clId="{9D6B1FFB-5FC6-46F4-9391-D21B76BB02E5}" dt="2026-09-09T17:48:23.367" v="424" actId="14100"/>
          <ac:spMkLst>
            <pc:docMk/>
            <pc:sldMk cId="3401748718" sldId="304"/>
            <ac:spMk id="12" creationId="{BC277FD7-925B-4C3D-A364-118403201507}"/>
          </ac:spMkLst>
        </pc:spChg>
      </pc:sldChg>
      <pc:sldChg chg="modSp mod">
        <pc:chgData name="Karen Acharya" userId="52915841b2fbfcda" providerId="LiveId" clId="{9D6B1FFB-5FC6-46F4-9391-D21B76BB02E5}" dt="2026-09-09T16:10:49.243" v="6" actId="1076"/>
        <pc:sldMkLst>
          <pc:docMk/>
          <pc:sldMk cId="1604013440" sldId="338"/>
        </pc:sldMkLst>
        <pc:spChg chg="mod">
          <ac:chgData name="Karen Acharya" userId="52915841b2fbfcda" providerId="LiveId" clId="{9D6B1FFB-5FC6-46F4-9391-D21B76BB02E5}" dt="2026-09-09T16:10:49.243" v="6" actId="1076"/>
          <ac:spMkLst>
            <pc:docMk/>
            <pc:sldMk cId="1604013440" sldId="338"/>
            <ac:spMk id="2" creationId="{7201737A-B873-4D1D-8A41-5ABF5184BC8F}"/>
          </ac:spMkLst>
        </pc:spChg>
        <pc:spChg chg="mod">
          <ac:chgData name="Karen Acharya" userId="52915841b2fbfcda" providerId="LiveId" clId="{9D6B1FFB-5FC6-46F4-9391-D21B76BB02E5}" dt="2026-09-09T16:10:15.021" v="3" actId="1076"/>
          <ac:spMkLst>
            <pc:docMk/>
            <pc:sldMk cId="1604013440" sldId="338"/>
            <ac:spMk id="3" creationId="{17F04107-8754-E47D-3375-529E689711FA}"/>
          </ac:spMkLst>
        </pc:spChg>
      </pc:sldChg>
      <pc:sldChg chg="addSp delSp modSp mod delAnim">
        <pc:chgData name="Karen Acharya" userId="52915841b2fbfcda" providerId="LiveId" clId="{9D6B1FFB-5FC6-46F4-9391-D21B76BB02E5}" dt="2026-09-09T16:50:42.166" v="99" actId="1076"/>
        <pc:sldMkLst>
          <pc:docMk/>
          <pc:sldMk cId="1086225493" sldId="339"/>
        </pc:sldMkLst>
        <pc:spChg chg="add del mod">
          <ac:chgData name="Karen Acharya" userId="52915841b2fbfcda" providerId="LiveId" clId="{9D6B1FFB-5FC6-46F4-9391-D21B76BB02E5}" dt="2026-09-09T16:47:50.958" v="86" actId="478"/>
          <ac:spMkLst>
            <pc:docMk/>
            <pc:sldMk cId="1086225493" sldId="339"/>
            <ac:spMk id="3" creationId="{EDB0C122-3EB5-06D1-9911-D6E9B2B95C80}"/>
          </ac:spMkLst>
        </pc:spChg>
        <pc:spChg chg="mod">
          <ac:chgData name="Karen Acharya" userId="52915841b2fbfcda" providerId="LiveId" clId="{9D6B1FFB-5FC6-46F4-9391-D21B76BB02E5}" dt="2026-09-09T16:48:09.647" v="90" actId="20577"/>
          <ac:spMkLst>
            <pc:docMk/>
            <pc:sldMk cId="1086225493" sldId="339"/>
            <ac:spMk id="4" creationId="{AFE3A2AF-177E-45E6-A191-0F8523DB7FFA}"/>
          </ac:spMkLst>
        </pc:spChg>
        <pc:spChg chg="del">
          <ac:chgData name="Karen Acharya" userId="52915841b2fbfcda" providerId="LiveId" clId="{9D6B1FFB-5FC6-46F4-9391-D21B76BB02E5}" dt="2026-09-09T16:47:55.236" v="87" actId="478"/>
          <ac:spMkLst>
            <pc:docMk/>
            <pc:sldMk cId="1086225493" sldId="339"/>
            <ac:spMk id="7" creationId="{372426BE-BEE7-4A6D-BCD2-059615BBCE25}"/>
          </ac:spMkLst>
        </pc:spChg>
        <pc:spChg chg="del">
          <ac:chgData name="Karen Acharya" userId="52915841b2fbfcda" providerId="LiveId" clId="{9D6B1FFB-5FC6-46F4-9391-D21B76BB02E5}" dt="2026-09-09T16:47:47.388" v="85" actId="478"/>
          <ac:spMkLst>
            <pc:docMk/>
            <pc:sldMk cId="1086225493" sldId="339"/>
            <ac:spMk id="10" creationId="{B19D8AC7-3787-4ADB-9212-0808F015C2DD}"/>
          </ac:spMkLst>
        </pc:spChg>
        <pc:picChg chg="add mod modCrop">
          <ac:chgData name="Karen Acharya" userId="52915841b2fbfcda" providerId="LiveId" clId="{9D6B1FFB-5FC6-46F4-9391-D21B76BB02E5}" dt="2026-09-09T16:50:31.901" v="97" actId="1076"/>
          <ac:picMkLst>
            <pc:docMk/>
            <pc:sldMk cId="1086225493" sldId="339"/>
            <ac:picMk id="9" creationId="{3DA7ED90-5001-1C55-F273-30204893A988}"/>
          </ac:picMkLst>
        </pc:picChg>
        <pc:picChg chg="add mod">
          <ac:chgData name="Karen Acharya" userId="52915841b2fbfcda" providerId="LiveId" clId="{9D6B1FFB-5FC6-46F4-9391-D21B76BB02E5}" dt="2026-09-09T16:50:42.166" v="99" actId="1076"/>
          <ac:picMkLst>
            <pc:docMk/>
            <pc:sldMk cId="1086225493" sldId="339"/>
            <ac:picMk id="12" creationId="{2506CBC9-B37D-268B-AAD9-E3A747FC6A8B}"/>
          </ac:picMkLst>
        </pc:picChg>
      </pc:sldChg>
      <pc:sldChg chg="del">
        <pc:chgData name="Karen Acharya" userId="52915841b2fbfcda" providerId="LiveId" clId="{9D6B1FFB-5FC6-46F4-9391-D21B76BB02E5}" dt="2026-09-09T16:51:07.078" v="100" actId="47"/>
        <pc:sldMkLst>
          <pc:docMk/>
          <pc:sldMk cId="3849627828" sldId="340"/>
        </pc:sldMkLst>
      </pc:sldChg>
      <pc:sldChg chg="addSp modSp mod">
        <pc:chgData name="Karen Acharya" userId="52915841b2fbfcda" providerId="LiveId" clId="{9D6B1FFB-5FC6-46F4-9391-D21B76BB02E5}" dt="2026-09-09T17:50:48.129" v="439" actId="120"/>
        <pc:sldMkLst>
          <pc:docMk/>
          <pc:sldMk cId="3863610428" sldId="342"/>
        </pc:sldMkLst>
        <pc:spChg chg="add mod">
          <ac:chgData name="Karen Acharya" userId="52915841b2fbfcda" providerId="LiveId" clId="{9D6B1FFB-5FC6-46F4-9391-D21B76BB02E5}" dt="2026-09-09T17:50:48.129" v="439" actId="120"/>
          <ac:spMkLst>
            <pc:docMk/>
            <pc:sldMk cId="3863610428" sldId="342"/>
            <ac:spMk id="2" creationId="{7CE7EC9E-3D88-FE50-0546-6AF4367E42BA}"/>
          </ac:spMkLst>
        </pc:spChg>
        <pc:spChg chg="mod">
          <ac:chgData name="Karen Acharya" userId="52915841b2fbfcda" providerId="LiveId" clId="{9D6B1FFB-5FC6-46F4-9391-D21B76BB02E5}" dt="2026-09-09T17:50:37.777" v="438" actId="1076"/>
          <ac:spMkLst>
            <pc:docMk/>
            <pc:sldMk cId="3863610428" sldId="342"/>
            <ac:spMk id="4" creationId="{901A2257-2F98-CB88-038E-C0F1D0A1A363}"/>
          </ac:spMkLst>
        </pc:spChg>
      </pc:sldChg>
      <pc:sldChg chg="del">
        <pc:chgData name="Karen Acharya" userId="52915841b2fbfcda" providerId="LiveId" clId="{9D6B1FFB-5FC6-46F4-9391-D21B76BB02E5}" dt="2026-09-09T16:51:11.683" v="101" actId="2696"/>
        <pc:sldMkLst>
          <pc:docMk/>
          <pc:sldMk cId="1698901770" sldId="344"/>
        </pc:sldMkLst>
      </pc:sldChg>
      <pc:sldChg chg="addSp delSp modSp add mod">
        <pc:chgData name="Karen Acharya" userId="52915841b2fbfcda" providerId="LiveId" clId="{9D6B1FFB-5FC6-46F4-9391-D21B76BB02E5}" dt="2026-09-09T16:53:31.754" v="122" actId="1076"/>
        <pc:sldMkLst>
          <pc:docMk/>
          <pc:sldMk cId="4069334382" sldId="344"/>
        </pc:sldMkLst>
        <pc:picChg chg="add mod modCrop">
          <ac:chgData name="Karen Acharya" userId="52915841b2fbfcda" providerId="LiveId" clId="{9D6B1FFB-5FC6-46F4-9391-D21B76BB02E5}" dt="2026-09-09T16:53:31.754" v="122" actId="1076"/>
          <ac:picMkLst>
            <pc:docMk/>
            <pc:sldMk cId="4069334382" sldId="344"/>
            <ac:picMk id="3" creationId="{82BCC8E6-4FD6-CCAA-F37C-C144EEDCBC77}"/>
          </ac:picMkLst>
        </pc:picChg>
        <pc:picChg chg="add mod modCrop">
          <ac:chgData name="Karen Acharya" userId="52915841b2fbfcda" providerId="LiveId" clId="{9D6B1FFB-5FC6-46F4-9391-D21B76BB02E5}" dt="2026-09-09T16:53:26.198" v="121" actId="1076"/>
          <ac:picMkLst>
            <pc:docMk/>
            <pc:sldMk cId="4069334382" sldId="344"/>
            <ac:picMk id="7" creationId="{67B6278D-C09B-E13E-CC9F-9F487CABF8AA}"/>
          </ac:picMkLst>
        </pc:picChg>
        <pc:picChg chg="del">
          <ac:chgData name="Karen Acharya" userId="52915841b2fbfcda" providerId="LiveId" clId="{9D6B1FFB-5FC6-46F4-9391-D21B76BB02E5}" dt="2026-09-09T16:51:38.638" v="106" actId="478"/>
          <ac:picMkLst>
            <pc:docMk/>
            <pc:sldMk cId="4069334382" sldId="344"/>
            <ac:picMk id="9" creationId="{AC4266A7-D61D-8D94-A8E7-A6DFA77F24FA}"/>
          </ac:picMkLst>
        </pc:picChg>
        <pc:picChg chg="del">
          <ac:chgData name="Karen Acharya" userId="52915841b2fbfcda" providerId="LiveId" clId="{9D6B1FFB-5FC6-46F4-9391-D21B76BB02E5}" dt="2026-09-09T16:51:36.141" v="105" actId="478"/>
          <ac:picMkLst>
            <pc:docMk/>
            <pc:sldMk cId="4069334382" sldId="344"/>
            <ac:picMk id="12" creationId="{D6AAA2BD-5C0F-A632-3E0A-F5BDC88E891C}"/>
          </ac:picMkLst>
        </pc:picChg>
      </pc:sldChg>
      <pc:sldChg chg="del">
        <pc:chgData name="Karen Acharya" userId="52915841b2fbfcda" providerId="LiveId" clId="{9D6B1FFB-5FC6-46F4-9391-D21B76BB02E5}" dt="2026-09-09T16:51:17.685" v="102" actId="2696"/>
        <pc:sldMkLst>
          <pc:docMk/>
          <pc:sldMk cId="1903979828" sldId="345"/>
        </pc:sldMkLst>
      </pc:sldChg>
      <pc:sldChg chg="addSp modSp add mod">
        <pc:chgData name="Karen Acharya" userId="52915841b2fbfcda" providerId="LiveId" clId="{9D6B1FFB-5FC6-46F4-9391-D21B76BB02E5}" dt="2026-09-09T16:55:21.831" v="142" actId="1076"/>
        <pc:sldMkLst>
          <pc:docMk/>
          <pc:sldMk cId="4284086715" sldId="345"/>
        </pc:sldMkLst>
        <pc:picChg chg="add mod modCrop">
          <ac:chgData name="Karen Acharya" userId="52915841b2fbfcda" providerId="LiveId" clId="{9D6B1FFB-5FC6-46F4-9391-D21B76BB02E5}" dt="2026-09-09T16:55:09.263" v="139" actId="14100"/>
          <ac:picMkLst>
            <pc:docMk/>
            <pc:sldMk cId="4284086715" sldId="345"/>
            <ac:picMk id="3" creationId="{B8EDCA2D-0978-679C-9B3F-4BD944A094F4}"/>
          </ac:picMkLst>
        </pc:picChg>
        <pc:picChg chg="add mod modCrop">
          <ac:chgData name="Karen Acharya" userId="52915841b2fbfcda" providerId="LiveId" clId="{9D6B1FFB-5FC6-46F4-9391-D21B76BB02E5}" dt="2026-09-09T16:55:21.831" v="142" actId="1076"/>
          <ac:picMkLst>
            <pc:docMk/>
            <pc:sldMk cId="4284086715" sldId="345"/>
            <ac:picMk id="7" creationId="{9C60EEE1-D4A1-4E7B-8C27-7ED8050FEA7F}"/>
          </ac:picMkLst>
        </pc:picChg>
      </pc:sldChg>
      <pc:sldChg chg="addSp modSp add mod">
        <pc:chgData name="Karen Acharya" userId="52915841b2fbfcda" providerId="LiveId" clId="{9D6B1FFB-5FC6-46F4-9391-D21B76BB02E5}" dt="2026-09-09T16:57:17.174" v="159" actId="1076"/>
        <pc:sldMkLst>
          <pc:docMk/>
          <pc:sldMk cId="1381160387" sldId="346"/>
        </pc:sldMkLst>
        <pc:picChg chg="add mod modCrop">
          <ac:chgData name="Karen Acharya" userId="52915841b2fbfcda" providerId="LiveId" clId="{9D6B1FFB-5FC6-46F4-9391-D21B76BB02E5}" dt="2026-09-09T16:57:17.174" v="159" actId="1076"/>
          <ac:picMkLst>
            <pc:docMk/>
            <pc:sldMk cId="1381160387" sldId="346"/>
            <ac:picMk id="3" creationId="{470AD89D-9BAF-10ED-3A9D-3AF955076FF5}"/>
          </ac:picMkLst>
        </pc:picChg>
        <pc:picChg chg="add mod modCrop">
          <ac:chgData name="Karen Acharya" userId="52915841b2fbfcda" providerId="LiveId" clId="{9D6B1FFB-5FC6-46F4-9391-D21B76BB02E5}" dt="2026-09-09T16:57:14.198" v="158" actId="1076"/>
          <ac:picMkLst>
            <pc:docMk/>
            <pc:sldMk cId="1381160387" sldId="346"/>
            <ac:picMk id="7" creationId="{5A5C8409-7ABA-C5B8-DE99-46B47B3BF586}"/>
          </ac:picMkLst>
        </pc:picChg>
      </pc:sldChg>
      <pc:sldChg chg="del">
        <pc:chgData name="Karen Acharya" userId="52915841b2fbfcda" providerId="LiveId" clId="{9D6B1FFB-5FC6-46F4-9391-D21B76BB02E5}" dt="2026-09-09T16:51:22.474" v="103" actId="2696"/>
        <pc:sldMkLst>
          <pc:docMk/>
          <pc:sldMk cId="1421522261" sldId="346"/>
        </pc:sldMkLst>
      </pc:sldChg>
      <pc:sldChg chg="addSp modSp add mod">
        <pc:chgData name="Karen Acharya" userId="52915841b2fbfcda" providerId="LiveId" clId="{9D6B1FFB-5FC6-46F4-9391-D21B76BB02E5}" dt="2026-09-09T16:58:49.196" v="169" actId="1076"/>
        <pc:sldMkLst>
          <pc:docMk/>
          <pc:sldMk cId="2530814245" sldId="347"/>
        </pc:sldMkLst>
        <pc:picChg chg="add mod modCrop">
          <ac:chgData name="Karen Acharya" userId="52915841b2fbfcda" providerId="LiveId" clId="{9D6B1FFB-5FC6-46F4-9391-D21B76BB02E5}" dt="2026-09-09T16:58:43.132" v="168" actId="1076"/>
          <ac:picMkLst>
            <pc:docMk/>
            <pc:sldMk cId="2530814245" sldId="347"/>
            <ac:picMk id="3" creationId="{C782533B-F985-0D28-E228-FD1654E2F10B}"/>
          </ac:picMkLst>
        </pc:picChg>
        <pc:picChg chg="add mod modCrop">
          <ac:chgData name="Karen Acharya" userId="52915841b2fbfcda" providerId="LiveId" clId="{9D6B1FFB-5FC6-46F4-9391-D21B76BB02E5}" dt="2026-09-09T16:58:49.196" v="169" actId="1076"/>
          <ac:picMkLst>
            <pc:docMk/>
            <pc:sldMk cId="2530814245" sldId="347"/>
            <ac:picMk id="7" creationId="{ECE8CF30-0A8E-FE22-274D-D72416CDAD8C}"/>
          </ac:picMkLst>
        </pc:picChg>
      </pc:sldChg>
      <pc:sldChg chg="addSp modSp add mod">
        <pc:chgData name="Karen Acharya" userId="52915841b2fbfcda" providerId="LiveId" clId="{9D6B1FFB-5FC6-46F4-9391-D21B76BB02E5}" dt="2026-09-09T17:01:02.885" v="192" actId="1076"/>
        <pc:sldMkLst>
          <pc:docMk/>
          <pc:sldMk cId="3249275296" sldId="348"/>
        </pc:sldMkLst>
        <pc:picChg chg="add mod modCrop">
          <ac:chgData name="Karen Acharya" userId="52915841b2fbfcda" providerId="LiveId" clId="{9D6B1FFB-5FC6-46F4-9391-D21B76BB02E5}" dt="2026-09-09T17:01:02.885" v="192" actId="1076"/>
          <ac:picMkLst>
            <pc:docMk/>
            <pc:sldMk cId="3249275296" sldId="348"/>
            <ac:picMk id="3" creationId="{4001B0FD-C2BB-D5AA-182B-0285C272D22D}"/>
          </ac:picMkLst>
        </pc:picChg>
        <pc:picChg chg="add mod modCrop">
          <ac:chgData name="Karen Acharya" userId="52915841b2fbfcda" providerId="LiveId" clId="{9D6B1FFB-5FC6-46F4-9391-D21B76BB02E5}" dt="2026-09-09T17:01:00.730" v="191" actId="14100"/>
          <ac:picMkLst>
            <pc:docMk/>
            <pc:sldMk cId="3249275296" sldId="348"/>
            <ac:picMk id="7" creationId="{77951913-CE01-C4DC-C6B8-CC09856527D4}"/>
          </ac:picMkLst>
        </pc:picChg>
        <pc:picChg chg="add mod modCrop">
          <ac:chgData name="Karen Acharya" userId="52915841b2fbfcda" providerId="LiveId" clId="{9D6B1FFB-5FC6-46F4-9391-D21B76BB02E5}" dt="2026-09-09T17:00:38.398" v="185" actId="1076"/>
          <ac:picMkLst>
            <pc:docMk/>
            <pc:sldMk cId="3249275296" sldId="348"/>
            <ac:picMk id="10" creationId="{E65B1E6D-687E-BCF9-8375-DE51FF8E9134}"/>
          </ac:picMkLst>
        </pc:picChg>
      </pc:sldChg>
      <pc:sldChg chg="addSp modSp add mod">
        <pc:chgData name="Karen Acharya" userId="52915841b2fbfcda" providerId="LiveId" clId="{9D6B1FFB-5FC6-46F4-9391-D21B76BB02E5}" dt="2026-09-09T17:26:52.699" v="256" actId="1076"/>
        <pc:sldMkLst>
          <pc:docMk/>
          <pc:sldMk cId="4199410458" sldId="349"/>
        </pc:sldMkLst>
        <pc:picChg chg="add mod">
          <ac:chgData name="Karen Acharya" userId="52915841b2fbfcda" providerId="LiveId" clId="{9D6B1FFB-5FC6-46F4-9391-D21B76BB02E5}" dt="2026-09-09T17:25:59.642" v="243" actId="1076"/>
          <ac:picMkLst>
            <pc:docMk/>
            <pc:sldMk cId="4199410458" sldId="349"/>
            <ac:picMk id="2" creationId="{19A33AF6-9C74-09E7-A000-6C117596EA97}"/>
          </ac:picMkLst>
        </pc:picChg>
        <pc:picChg chg="add mod">
          <ac:chgData name="Karen Acharya" userId="52915841b2fbfcda" providerId="LiveId" clId="{9D6B1FFB-5FC6-46F4-9391-D21B76BB02E5}" dt="2026-09-09T17:26:02.053" v="244" actId="1076"/>
          <ac:picMkLst>
            <pc:docMk/>
            <pc:sldMk cId="4199410458" sldId="349"/>
            <ac:picMk id="3" creationId="{8224E80F-4225-9310-07AF-ED64925E0BA4}"/>
          </ac:picMkLst>
        </pc:picChg>
        <pc:picChg chg="add mod">
          <ac:chgData name="Karen Acharya" userId="52915841b2fbfcda" providerId="LiveId" clId="{9D6B1FFB-5FC6-46F4-9391-D21B76BB02E5}" dt="2026-09-09T17:26:45.658" v="254" actId="1076"/>
          <ac:picMkLst>
            <pc:docMk/>
            <pc:sldMk cId="4199410458" sldId="349"/>
            <ac:picMk id="6" creationId="{A31BD698-B8E6-ABF9-E477-62931677027E}"/>
          </ac:picMkLst>
        </pc:picChg>
        <pc:picChg chg="add mod">
          <ac:chgData name="Karen Acharya" userId="52915841b2fbfcda" providerId="LiveId" clId="{9D6B1FFB-5FC6-46F4-9391-D21B76BB02E5}" dt="2026-09-09T17:26:52.699" v="256" actId="1076"/>
          <ac:picMkLst>
            <pc:docMk/>
            <pc:sldMk cId="4199410458" sldId="349"/>
            <ac:picMk id="7" creationId="{08B27552-7B97-21A0-5C53-4B99E2C94728}"/>
          </ac:picMkLst>
        </pc:picChg>
      </pc:sldChg>
      <pc:sldChg chg="addSp modSp add mod">
        <pc:chgData name="Karen Acharya" userId="52915841b2fbfcda" providerId="LiveId" clId="{9D6B1FFB-5FC6-46F4-9391-D21B76BB02E5}" dt="2026-09-09T17:32:08.771" v="279" actId="1076"/>
        <pc:sldMkLst>
          <pc:docMk/>
          <pc:sldMk cId="4163071547" sldId="350"/>
        </pc:sldMkLst>
        <pc:picChg chg="add mod">
          <ac:chgData name="Karen Acharya" userId="52915841b2fbfcda" providerId="LiveId" clId="{9D6B1FFB-5FC6-46F4-9391-D21B76BB02E5}" dt="2026-09-09T17:28:03.998" v="266" actId="1076"/>
          <ac:picMkLst>
            <pc:docMk/>
            <pc:sldMk cId="4163071547" sldId="350"/>
            <ac:picMk id="2" creationId="{02A8F8E4-E80E-6BCB-A000-1C9B346A5332}"/>
          </ac:picMkLst>
        </pc:picChg>
        <pc:picChg chg="add mod">
          <ac:chgData name="Karen Acharya" userId="52915841b2fbfcda" providerId="LiveId" clId="{9D6B1FFB-5FC6-46F4-9391-D21B76BB02E5}" dt="2026-09-09T17:27:56.405" v="265" actId="1076"/>
          <ac:picMkLst>
            <pc:docMk/>
            <pc:sldMk cId="4163071547" sldId="350"/>
            <ac:picMk id="3" creationId="{FFCF4A3F-8AE5-6F8D-9EE5-60F618CA5208}"/>
          </ac:picMkLst>
        </pc:picChg>
        <pc:picChg chg="add mod">
          <ac:chgData name="Karen Acharya" userId="52915841b2fbfcda" providerId="LiveId" clId="{9D6B1FFB-5FC6-46F4-9391-D21B76BB02E5}" dt="2026-09-09T17:32:02.945" v="277" actId="14100"/>
          <ac:picMkLst>
            <pc:docMk/>
            <pc:sldMk cId="4163071547" sldId="350"/>
            <ac:picMk id="6" creationId="{1C236BD5-5837-0867-4CD1-FC237A67C942}"/>
          </ac:picMkLst>
        </pc:picChg>
        <pc:picChg chg="add mod">
          <ac:chgData name="Karen Acharya" userId="52915841b2fbfcda" providerId="LiveId" clId="{9D6B1FFB-5FC6-46F4-9391-D21B76BB02E5}" dt="2026-09-09T17:32:08.771" v="279" actId="1076"/>
          <ac:picMkLst>
            <pc:docMk/>
            <pc:sldMk cId="4163071547" sldId="350"/>
            <ac:picMk id="7" creationId="{9A7025A5-BE79-269B-49C5-C7B3823686DE}"/>
          </ac:picMkLst>
        </pc:picChg>
      </pc:sldChg>
      <pc:sldChg chg="addSp delSp modSp add mod">
        <pc:chgData name="Karen Acharya" userId="52915841b2fbfcda" providerId="LiveId" clId="{9D6B1FFB-5FC6-46F4-9391-D21B76BB02E5}" dt="2026-09-09T17:40:13.240" v="354" actId="1076"/>
        <pc:sldMkLst>
          <pc:docMk/>
          <pc:sldMk cId="277844758" sldId="351"/>
        </pc:sldMkLst>
        <pc:picChg chg="add mod">
          <ac:chgData name="Karen Acharya" userId="52915841b2fbfcda" providerId="LiveId" clId="{9D6B1FFB-5FC6-46F4-9391-D21B76BB02E5}" dt="2026-09-09T17:40:13.240" v="354" actId="1076"/>
          <ac:picMkLst>
            <pc:docMk/>
            <pc:sldMk cId="277844758" sldId="351"/>
            <ac:picMk id="2" creationId="{A8B70FD8-2CAE-5A31-2262-A8A7181210B9}"/>
          </ac:picMkLst>
        </pc:picChg>
        <pc:picChg chg="add mod">
          <ac:chgData name="Karen Acharya" userId="52915841b2fbfcda" providerId="LiveId" clId="{9D6B1FFB-5FC6-46F4-9391-D21B76BB02E5}" dt="2026-09-09T17:40:11.734" v="353" actId="1076"/>
          <ac:picMkLst>
            <pc:docMk/>
            <pc:sldMk cId="277844758" sldId="351"/>
            <ac:picMk id="3" creationId="{35A3BBE2-BF64-76A5-7C37-E59C86CE6DB3}"/>
          </ac:picMkLst>
        </pc:picChg>
        <pc:picChg chg="add mod">
          <ac:chgData name="Karen Acharya" userId="52915841b2fbfcda" providerId="LiveId" clId="{9D6B1FFB-5FC6-46F4-9391-D21B76BB02E5}" dt="2026-09-09T17:39:57.637" v="349" actId="1076"/>
          <ac:picMkLst>
            <pc:docMk/>
            <pc:sldMk cId="277844758" sldId="351"/>
            <ac:picMk id="6" creationId="{B3887BA9-784B-A519-81A2-CA1F0BE98D66}"/>
          </ac:picMkLst>
        </pc:picChg>
        <pc:picChg chg="add mod">
          <ac:chgData name="Karen Acharya" userId="52915841b2fbfcda" providerId="LiveId" clId="{9D6B1FFB-5FC6-46F4-9391-D21B76BB02E5}" dt="2026-09-09T17:39:59.503" v="350" actId="1076"/>
          <ac:picMkLst>
            <pc:docMk/>
            <pc:sldMk cId="277844758" sldId="351"/>
            <ac:picMk id="7" creationId="{10E940E6-ED2A-F9DD-DEFC-5F0CDF954A95}"/>
          </ac:picMkLst>
        </pc:picChg>
        <pc:picChg chg="add del">
          <ac:chgData name="Karen Acharya" userId="52915841b2fbfcda" providerId="LiveId" clId="{9D6B1FFB-5FC6-46F4-9391-D21B76BB02E5}" dt="2026-09-09T17:33:52.732" v="294" actId="22"/>
          <ac:picMkLst>
            <pc:docMk/>
            <pc:sldMk cId="277844758" sldId="351"/>
            <ac:picMk id="9" creationId="{9A8A4F69-2266-1BDA-4FFA-BE3B82F25B9A}"/>
          </ac:picMkLst>
        </pc:picChg>
      </pc:sldChg>
      <pc:sldChg chg="addSp modSp add mod ord">
        <pc:chgData name="Karen Acharya" userId="52915841b2fbfcda" providerId="LiveId" clId="{9D6B1FFB-5FC6-46F4-9391-D21B76BB02E5}" dt="2026-09-09T17:24:33.822" v="225" actId="1076"/>
        <pc:sldMkLst>
          <pc:docMk/>
          <pc:sldMk cId="3521912600" sldId="352"/>
        </pc:sldMkLst>
        <pc:picChg chg="add mod">
          <ac:chgData name="Karen Acharya" userId="52915841b2fbfcda" providerId="LiveId" clId="{9D6B1FFB-5FC6-46F4-9391-D21B76BB02E5}" dt="2026-09-09T17:24:29.457" v="224" actId="1076"/>
          <ac:picMkLst>
            <pc:docMk/>
            <pc:sldMk cId="3521912600" sldId="352"/>
            <ac:picMk id="2" creationId="{36ABA530-6746-6F8D-B3B1-9BA7F45A75EA}"/>
          </ac:picMkLst>
        </pc:picChg>
        <pc:picChg chg="add mod">
          <ac:chgData name="Karen Acharya" userId="52915841b2fbfcda" providerId="LiveId" clId="{9D6B1FFB-5FC6-46F4-9391-D21B76BB02E5}" dt="2026-09-09T17:24:33.822" v="225" actId="1076"/>
          <ac:picMkLst>
            <pc:docMk/>
            <pc:sldMk cId="3521912600" sldId="352"/>
            <ac:picMk id="3" creationId="{10A97EDC-603D-51E6-A959-F3E628750B4B}"/>
          </ac:picMkLst>
        </pc:picChg>
        <pc:picChg chg="add mod">
          <ac:chgData name="Karen Acharya" userId="52915841b2fbfcda" providerId="LiveId" clId="{9D6B1FFB-5FC6-46F4-9391-D21B76BB02E5}" dt="2026-09-09T17:24:21.057" v="223" actId="1076"/>
          <ac:picMkLst>
            <pc:docMk/>
            <pc:sldMk cId="3521912600" sldId="352"/>
            <ac:picMk id="6" creationId="{7ECDC820-E695-FA9A-A508-B49B850DB08F}"/>
          </ac:picMkLst>
        </pc:picChg>
      </pc:sldChg>
      <pc:sldChg chg="addSp delSp new del mod">
        <pc:chgData name="Karen Acharya" userId="52915841b2fbfcda" providerId="LiveId" clId="{9D6B1FFB-5FC6-46F4-9391-D21B76BB02E5}" dt="2026-09-09T17:34:11.668" v="298" actId="680"/>
        <pc:sldMkLst>
          <pc:docMk/>
          <pc:sldMk cId="1087515722" sldId="353"/>
        </pc:sldMkLst>
        <pc:spChg chg="add del">
          <ac:chgData name="Karen Acharya" userId="52915841b2fbfcda" providerId="LiveId" clId="{9D6B1FFB-5FC6-46F4-9391-D21B76BB02E5}" dt="2026-09-09T17:34:09.158" v="297" actId="478"/>
          <ac:spMkLst>
            <pc:docMk/>
            <pc:sldMk cId="1087515722" sldId="353"/>
            <ac:spMk id="4" creationId="{9D67760C-BF0A-FD5D-3FCF-76A3513066D8}"/>
          </ac:spMkLst>
        </pc:spChg>
      </pc:sldChg>
      <pc:sldChg chg="addSp delSp modSp add mod">
        <pc:chgData name="Karen Acharya" userId="52915841b2fbfcda" providerId="LiveId" clId="{9D6B1FFB-5FC6-46F4-9391-D21B76BB02E5}" dt="2026-09-09T17:41:58.265" v="378" actId="1076"/>
        <pc:sldMkLst>
          <pc:docMk/>
          <pc:sldMk cId="2077898183" sldId="353"/>
        </pc:sldMkLst>
        <pc:picChg chg="del">
          <ac:chgData name="Karen Acharya" userId="52915841b2fbfcda" providerId="LiveId" clId="{9D6B1FFB-5FC6-46F4-9391-D21B76BB02E5}" dt="2026-09-09T17:34:21.481" v="300" actId="478"/>
          <ac:picMkLst>
            <pc:docMk/>
            <pc:sldMk cId="2077898183" sldId="353"/>
            <ac:picMk id="2" creationId="{B28F6673-0ABE-8CF4-89A9-F45776301BE2}"/>
          </ac:picMkLst>
        </pc:picChg>
        <pc:picChg chg="del">
          <ac:chgData name="Karen Acharya" userId="52915841b2fbfcda" providerId="LiveId" clId="{9D6B1FFB-5FC6-46F4-9391-D21B76BB02E5}" dt="2026-09-09T17:34:23.286" v="301" actId="478"/>
          <ac:picMkLst>
            <pc:docMk/>
            <pc:sldMk cId="2077898183" sldId="353"/>
            <ac:picMk id="3" creationId="{A81D9267-B7AC-D34B-9946-4236D01E02B7}"/>
          </ac:picMkLst>
        </pc:picChg>
        <pc:picChg chg="del">
          <ac:chgData name="Karen Acharya" userId="52915841b2fbfcda" providerId="LiveId" clId="{9D6B1FFB-5FC6-46F4-9391-D21B76BB02E5}" dt="2026-09-09T17:34:25.122" v="302" actId="478"/>
          <ac:picMkLst>
            <pc:docMk/>
            <pc:sldMk cId="2077898183" sldId="353"/>
            <ac:picMk id="6" creationId="{6A5B7786-D402-D17F-81A8-07DA082A4855}"/>
          </ac:picMkLst>
        </pc:picChg>
        <pc:picChg chg="del">
          <ac:chgData name="Karen Acharya" userId="52915841b2fbfcda" providerId="LiveId" clId="{9D6B1FFB-5FC6-46F4-9391-D21B76BB02E5}" dt="2026-09-09T17:34:26.805" v="303" actId="478"/>
          <ac:picMkLst>
            <pc:docMk/>
            <pc:sldMk cId="2077898183" sldId="353"/>
            <ac:picMk id="7" creationId="{03EED183-FB28-A44E-4CB5-03A218C7240C}"/>
          </ac:picMkLst>
        </pc:picChg>
        <pc:picChg chg="add mod">
          <ac:chgData name="Karen Acharya" userId="52915841b2fbfcda" providerId="LiveId" clId="{9D6B1FFB-5FC6-46F4-9391-D21B76BB02E5}" dt="2026-09-09T17:41:56.769" v="377" actId="1076"/>
          <ac:picMkLst>
            <pc:docMk/>
            <pc:sldMk cId="2077898183" sldId="353"/>
            <ac:picMk id="9" creationId="{F27826B7-FE66-89C3-69FB-9D0B317D4698}"/>
          </ac:picMkLst>
        </pc:picChg>
        <pc:picChg chg="add mod">
          <ac:chgData name="Karen Acharya" userId="52915841b2fbfcda" providerId="LiveId" clId="{9D6B1FFB-5FC6-46F4-9391-D21B76BB02E5}" dt="2026-09-09T17:41:58.265" v="378" actId="1076"/>
          <ac:picMkLst>
            <pc:docMk/>
            <pc:sldMk cId="2077898183" sldId="353"/>
            <ac:picMk id="10" creationId="{A37ECF03-343C-B8AF-441D-CC356422A754}"/>
          </ac:picMkLst>
        </pc:picChg>
        <pc:picChg chg="add mod">
          <ac:chgData name="Karen Acharya" userId="52915841b2fbfcda" providerId="LiveId" clId="{9D6B1FFB-5FC6-46F4-9391-D21B76BB02E5}" dt="2026-09-09T17:41:55.569" v="376" actId="1076"/>
          <ac:picMkLst>
            <pc:docMk/>
            <pc:sldMk cId="2077898183" sldId="353"/>
            <ac:picMk id="11" creationId="{7B6E0D2D-F1C8-D1F7-A84D-5A7D09E734F1}"/>
          </ac:picMkLst>
        </pc:picChg>
        <pc:picChg chg="add mod">
          <ac:chgData name="Karen Acharya" userId="52915841b2fbfcda" providerId="LiveId" clId="{9D6B1FFB-5FC6-46F4-9391-D21B76BB02E5}" dt="2026-09-09T17:41:52.140" v="375" actId="1076"/>
          <ac:picMkLst>
            <pc:docMk/>
            <pc:sldMk cId="2077898183" sldId="353"/>
            <ac:picMk id="12" creationId="{B3551F0C-1F4E-33E8-0CF6-2368B3555CD2}"/>
          </ac:picMkLst>
        </pc:picChg>
      </pc:sldChg>
      <pc:sldChg chg="addSp delSp modSp new mod modAnim">
        <pc:chgData name="Karen Acharya" userId="52915841b2fbfcda" providerId="LiveId" clId="{9D6B1FFB-5FC6-46F4-9391-D21B76BB02E5}" dt="2026-09-09T17:43:39.347" v="412" actId="1076"/>
        <pc:sldMkLst>
          <pc:docMk/>
          <pc:sldMk cId="3719392773" sldId="354"/>
        </pc:sldMkLst>
        <pc:spChg chg="del">
          <ac:chgData name="Karen Acharya" userId="52915841b2fbfcda" providerId="LiveId" clId="{9D6B1FFB-5FC6-46F4-9391-D21B76BB02E5}" dt="2026-09-09T17:36:13.416" v="318" actId="478"/>
          <ac:spMkLst>
            <pc:docMk/>
            <pc:sldMk cId="3719392773" sldId="354"/>
            <ac:spMk id="2" creationId="{E506B686-B9A6-4B99-7C8C-E5C0D0AA40F5}"/>
          </ac:spMkLst>
        </pc:spChg>
        <pc:spChg chg="del">
          <ac:chgData name="Karen Acharya" userId="52915841b2fbfcda" providerId="LiveId" clId="{9D6B1FFB-5FC6-46F4-9391-D21B76BB02E5}" dt="2026-09-09T17:36:11.271" v="317" actId="478"/>
          <ac:spMkLst>
            <pc:docMk/>
            <pc:sldMk cId="3719392773" sldId="354"/>
            <ac:spMk id="3" creationId="{83AC6C78-FCE0-C997-9280-167D8FAD9376}"/>
          </ac:spMkLst>
        </pc:spChg>
        <pc:spChg chg="del">
          <ac:chgData name="Karen Acharya" userId="52915841b2fbfcda" providerId="LiveId" clId="{9D6B1FFB-5FC6-46F4-9391-D21B76BB02E5}" dt="2026-09-09T17:36:07.647" v="316" actId="478"/>
          <ac:spMkLst>
            <pc:docMk/>
            <pc:sldMk cId="3719392773" sldId="354"/>
            <ac:spMk id="4" creationId="{21F003A6-6767-6DFF-956B-236713488675}"/>
          </ac:spMkLst>
        </pc:spChg>
        <pc:spChg chg="add mod">
          <ac:chgData name="Karen Acharya" userId="52915841b2fbfcda" providerId="LiveId" clId="{9D6B1FFB-5FC6-46F4-9391-D21B76BB02E5}" dt="2026-09-09T17:36:41.546" v="321"/>
          <ac:spMkLst>
            <pc:docMk/>
            <pc:sldMk cId="3719392773" sldId="354"/>
            <ac:spMk id="6" creationId="{9F4E1ABC-3E4D-9C08-6C01-E717A89692C2}"/>
          </ac:spMkLst>
        </pc:spChg>
        <pc:spChg chg="add del mod">
          <ac:chgData name="Karen Acharya" userId="52915841b2fbfcda" providerId="LiveId" clId="{9D6B1FFB-5FC6-46F4-9391-D21B76BB02E5}" dt="2026-09-09T17:43:10.672" v="398"/>
          <ac:spMkLst>
            <pc:docMk/>
            <pc:sldMk cId="3719392773" sldId="354"/>
            <ac:spMk id="10" creationId="{F5AAB5E2-5138-632B-850C-5CDD499D469B}"/>
          </ac:spMkLst>
        </pc:spChg>
        <pc:spChg chg="add del mod">
          <ac:chgData name="Karen Acharya" userId="52915841b2fbfcda" providerId="LiveId" clId="{9D6B1FFB-5FC6-46F4-9391-D21B76BB02E5}" dt="2026-09-09T17:43:12.301" v="401"/>
          <ac:spMkLst>
            <pc:docMk/>
            <pc:sldMk cId="3719392773" sldId="354"/>
            <ac:spMk id="11" creationId="{8956C5B9-00B9-99BD-758B-F20C8AA21405}"/>
          </ac:spMkLst>
        </pc:spChg>
        <pc:picChg chg="add mod">
          <ac:chgData name="Karen Acharya" userId="52915841b2fbfcda" providerId="LiveId" clId="{9D6B1FFB-5FC6-46F4-9391-D21B76BB02E5}" dt="2026-09-09T17:43:34.578" v="410" actId="1076"/>
          <ac:picMkLst>
            <pc:docMk/>
            <pc:sldMk cId="3719392773" sldId="354"/>
            <ac:picMk id="5" creationId="{8779ECDF-53A3-6878-990E-9A456BB3DB4E}"/>
          </ac:picMkLst>
        </pc:picChg>
        <pc:picChg chg="add mod">
          <ac:chgData name="Karen Acharya" userId="52915841b2fbfcda" providerId="LiveId" clId="{9D6B1FFB-5FC6-46F4-9391-D21B76BB02E5}" dt="2026-09-09T17:43:32.995" v="409" actId="1076"/>
          <ac:picMkLst>
            <pc:docMk/>
            <pc:sldMk cId="3719392773" sldId="354"/>
            <ac:picMk id="7" creationId="{5E8D116D-7E71-B105-6151-A4391816830C}"/>
          </ac:picMkLst>
        </pc:picChg>
        <pc:picChg chg="add mod">
          <ac:chgData name="Karen Acharya" userId="52915841b2fbfcda" providerId="LiveId" clId="{9D6B1FFB-5FC6-46F4-9391-D21B76BB02E5}" dt="2026-09-09T17:43:36.111" v="411" actId="1076"/>
          <ac:picMkLst>
            <pc:docMk/>
            <pc:sldMk cId="3719392773" sldId="354"/>
            <ac:picMk id="8" creationId="{D49D1278-E9A4-442B-5564-CD2E24BD71BD}"/>
          </ac:picMkLst>
        </pc:picChg>
        <pc:picChg chg="add mod">
          <ac:chgData name="Karen Acharya" userId="52915841b2fbfcda" providerId="LiveId" clId="{9D6B1FFB-5FC6-46F4-9391-D21B76BB02E5}" dt="2026-09-09T17:43:39.347" v="412" actId="1076"/>
          <ac:picMkLst>
            <pc:docMk/>
            <pc:sldMk cId="3719392773" sldId="354"/>
            <ac:picMk id="9" creationId="{9F17C834-D99B-4146-2486-C39D384FA99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karenacharya24-boop/Karen_Acharya_VOIS_Major_Project.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hyperlink" Target="mailto:karenacharya24@gmail.com" TargetMode="External"/><Relationship Id="rId2" Type="http://schemas.openxmlformats.org/officeDocument/2006/relationships/image" Target="../media/image1.jfif"/><Relationship Id="rId1" Type="http://schemas.openxmlformats.org/officeDocument/2006/relationships/slideLayout" Target="../slideLayouts/slideLayout20.xml"/><Relationship Id="rId4" Type="http://schemas.openxmlformats.org/officeDocument/2006/relationships/hyperlink" Target="https://github.com/karenacharya24-boop/Karen_Acharya_VOIS_Major_Project.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3846770"/>
            <a:ext cx="3400089" cy="588916"/>
          </a:xfrm>
        </p:spPr>
        <p:txBody>
          <a:bodyPr vert="horz" lIns="91440" tIns="45720" rIns="91440" bIns="45720" rtlCol="0" anchor="t">
            <a:normAutofit/>
          </a:bodyPr>
          <a:lstStyle/>
          <a:p>
            <a:pPr algn="r"/>
            <a:r>
              <a:rPr lang="en-US" sz="2800" dirty="0">
                <a:solidFill>
                  <a:schemeClr val="tx1"/>
                </a:solidFill>
                <a:latin typeface="Times New Roman" panose="02020603050405020304" pitchFamily="18" charset="0"/>
                <a:cs typeface="Times New Roman" panose="02020603050405020304" pitchFamily="18" charset="0"/>
              </a:rPr>
              <a:t>[Karen Acharya]</a:t>
            </a:r>
          </a:p>
          <a:p>
            <a:pPr algn="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454884" y="1183902"/>
            <a:ext cx="4998720" cy="1344694"/>
          </a:xfrm>
        </p:spPr>
        <p:txBody>
          <a:bodyPr>
            <a:noAutofit/>
          </a:bodyPr>
          <a:lstStyle/>
          <a:p>
            <a:r>
              <a:rPr lang="en-IN" sz="4400" b="1" dirty="0">
                <a:solidFill>
                  <a:schemeClr val="accent4">
                    <a:lumMod val="75000"/>
                  </a:schemeClr>
                </a:solidFill>
                <a:latin typeface="Agency FB" panose="020B0503020202020204" pitchFamily="34" charset="0"/>
              </a:rPr>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574366" y="4435686"/>
            <a:ext cx="5138594" cy="707886"/>
          </a:xfrm>
          <a:prstGeom prst="rect">
            <a:avLst/>
          </a:prstGeom>
          <a:noFill/>
        </p:spPr>
        <p:txBody>
          <a:bodyPr wrap="square" rtlCol="0">
            <a:spAutoFit/>
          </a:bodyPr>
          <a:lstStyle/>
          <a:p>
            <a:pPr algn="r"/>
            <a:r>
              <a:rPr lang="en-US" sz="2000" b="1" dirty="0"/>
              <a:t>AICTE STU ID : </a:t>
            </a:r>
            <a:r>
              <a:rPr lang="en-IN" sz="2000" b="1" dirty="0"/>
              <a:t>STU6a66eedfe85331785130719</a:t>
            </a:r>
            <a:endParaRPr lang="en-US" sz="2000"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71835" y="1713768"/>
            <a:ext cx="7107571" cy="4497252"/>
          </a:xfrm>
        </p:spPr>
        <p:txBody>
          <a:bodyPr vert="horz" lIns="91440" tIns="45720" rIns="91440" bIns="45720" rtlCol="0" anchor="t">
            <a:noAutofit/>
          </a:bodyPr>
          <a:lstStyle/>
          <a:p>
            <a:pPr>
              <a:lnSpc>
                <a:spcPct val="120000"/>
              </a:lnSpc>
            </a:pPr>
            <a:r>
              <a:rPr lang="en-IN" sz="1800" b="1" dirty="0">
                <a:solidFill>
                  <a:schemeClr val="tx1"/>
                </a:solidFill>
                <a:latin typeface="Times New Roman" panose="02020603050405020304" pitchFamily="18" charset="0"/>
                <a:cs typeface="Times New Roman" panose="02020603050405020304" pitchFamily="18" charset="0"/>
              </a:rPr>
              <a:t>Agricultural performance is dependent upon seasonal environmental conditions, farming practices, resources and market conditions.</a:t>
            </a:r>
          </a:p>
          <a:p>
            <a:pPr>
              <a:lnSpc>
                <a:spcPct val="120000"/>
              </a:lnSpc>
            </a:pPr>
            <a:r>
              <a:rPr lang="en-IN" sz="1800" b="1" dirty="0">
                <a:solidFill>
                  <a:schemeClr val="tx1"/>
                </a:solidFill>
                <a:latin typeface="Times New Roman" panose="02020603050405020304" pitchFamily="18" charset="0"/>
                <a:cs typeface="Times New Roman" panose="02020603050405020304" pitchFamily="18" charset="0"/>
              </a:rPr>
              <a:t>Agricultural performance may vary across Kharif, Rabi and Zaid seasons. Raw agricultural data does not clearly show these seasonal variations.</a:t>
            </a:r>
          </a:p>
          <a:p>
            <a:pPr>
              <a:lnSpc>
                <a:spcPct val="120000"/>
              </a:lnSpc>
            </a:pPr>
            <a:r>
              <a:rPr lang="en-IN" sz="1800" b="1" dirty="0">
                <a:solidFill>
                  <a:schemeClr val="tx1"/>
                </a:solidFill>
                <a:latin typeface="Times New Roman" panose="02020603050405020304" pitchFamily="18" charset="0"/>
                <a:cs typeface="Times New Roman" panose="02020603050405020304" pitchFamily="18" charset="0"/>
              </a:rPr>
              <a:t>This project analyses this dataset in order to identify patterns, trends, relationships and variations in agricultural performance.</a:t>
            </a:r>
          </a:p>
          <a:p>
            <a:pPr>
              <a:lnSpc>
                <a:spcPct val="120000"/>
              </a:lnSpc>
            </a:pPr>
            <a:r>
              <a:rPr lang="en-IN" sz="1800" b="1" dirty="0">
                <a:solidFill>
                  <a:schemeClr val="tx1"/>
                </a:solidFill>
                <a:latin typeface="Times New Roman" panose="02020603050405020304" pitchFamily="18" charset="0"/>
                <a:cs typeface="Times New Roman" panose="02020603050405020304" pitchFamily="18" charset="0"/>
              </a:rPr>
              <a:t>This analysis would aid in forming evidence based agricultural planning decisions.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1195770" y="662757"/>
            <a:ext cx="6995604" cy="790111"/>
          </a:xfrm>
        </p:spPr>
        <p:txBody>
          <a:bodyPr>
            <a:noAutofit/>
          </a:bodyPr>
          <a:lstStyle/>
          <a:p>
            <a:r>
              <a:rPr lang="en-US" dirty="0">
                <a:latin typeface="Agency FB" panose="020B0503020202020204" pitchFamily="34" charset="0"/>
                <a:cs typeface="Times New Roman" panose="02020603050405020304" pitchFamily="18" charset="0"/>
              </a:rPr>
              <a:t>Problem  statement :</a:t>
            </a:r>
            <a:endParaRPr lang="en-IN" dirty="0">
              <a:latin typeface="Agency FB" panose="020B0503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035557" y="635984"/>
            <a:ext cx="6276109" cy="830997"/>
          </a:xfrm>
        </p:spPr>
        <p:txBody>
          <a:bodyPr>
            <a:noAutofit/>
          </a:bodyPr>
          <a:lstStyle/>
          <a:p>
            <a:r>
              <a:rPr lang="en-GB" dirty="0">
                <a:latin typeface="Agency FB" panose="020B0503020202020204" pitchFamily="34" charset="0"/>
              </a:rPr>
              <a:t>Project Description :</a:t>
            </a:r>
            <a:br>
              <a:rPr lang="en-GB" dirty="0">
                <a:latin typeface="Agency FB" panose="020B0503020202020204" pitchFamily="34" charset="0"/>
              </a:rPr>
            </a:br>
            <a:endParaRPr lang="en-IN" dirty="0">
              <a:latin typeface="Agency FB" panose="020B050302020202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 Placeholder 1">
            <a:extLst>
              <a:ext uri="{FF2B5EF4-FFF2-40B4-BE49-F238E27FC236}">
                <a16:creationId xmlns:a16="http://schemas.microsoft.com/office/drawing/2014/main" id="{E048D411-9573-3AA5-8F2C-E9B260086562}"/>
              </a:ext>
            </a:extLst>
          </p:cNvPr>
          <p:cNvSpPr>
            <a:spLocks noGrp="1"/>
          </p:cNvSpPr>
          <p:nvPr>
            <p:ph type="body" sz="quarter" idx="12"/>
          </p:nvPr>
        </p:nvSpPr>
        <p:spPr>
          <a:xfrm>
            <a:off x="906521" y="1690095"/>
            <a:ext cx="7731294" cy="4497252"/>
          </a:xfrm>
        </p:spPr>
        <p:txBody>
          <a:bodyPr vert="horz" lIns="91440" tIns="45720" rIns="91440" bIns="45720" rtlCol="0" anchor="t">
            <a:noAutofit/>
          </a:bodyPr>
          <a:lstStyle/>
          <a:p>
            <a:r>
              <a:rPr lang="en-US" sz="1800" b="1" dirty="0">
                <a:solidFill>
                  <a:schemeClr val="tx1"/>
                </a:solidFill>
                <a:latin typeface="Times New Roman" panose="02020603050405020304" pitchFamily="18" charset="0"/>
                <a:cs typeface="Times New Roman" panose="02020603050405020304" pitchFamily="18" charset="0"/>
              </a:rPr>
              <a:t>This project uses data analytics to study the impact of different seasons on farming through data visualization tools. It includes the study of crop output and profit for a given season, precipitation, air conditions, soil quality, irrigation, water usage, and other related activities in the farm sector.</a:t>
            </a:r>
            <a:br>
              <a:rPr lang="en-US" sz="1800" b="1" dirty="0">
                <a:solidFill>
                  <a:schemeClr val="tx1"/>
                </a:solidFill>
                <a:latin typeface="Times New Roman" panose="02020603050405020304" pitchFamily="18" charset="0"/>
                <a:cs typeface="Times New Roman" panose="02020603050405020304" pitchFamily="18" charset="0"/>
              </a:rPr>
            </a:br>
            <a:br>
              <a:rPr lang="en-US" sz="1800"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The study evaluates the Kharif, Rabi and Zaid seasons and tries to understand the anomalies in the farming patterns, insights, and relationships through statistical analysis and interpretations. The recommendations are supported with statistical and graphical plots along with correlation analysis and ANOVA</a:t>
            </a:r>
          </a:p>
          <a:p>
            <a:r>
              <a:rPr lang="en-IN" sz="1800" b="1" u="sng" dirty="0">
                <a:solidFill>
                  <a:schemeClr val="tx1"/>
                </a:solidFill>
                <a:latin typeface="Times New Roman" panose="02020603050405020304" pitchFamily="18" charset="0"/>
                <a:cs typeface="Times New Roman" panose="02020603050405020304" pitchFamily="18" charset="0"/>
              </a:rPr>
              <a:t>Goal:</a:t>
            </a:r>
            <a:br>
              <a:rPr lang="en-IN" sz="1800" b="1" dirty="0">
                <a:solidFill>
                  <a:schemeClr val="tx1"/>
                </a:solidFill>
                <a:latin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cs typeface="Times New Roman" panose="02020603050405020304" pitchFamily="18" charset="0"/>
              </a:rPr>
              <a:t>Understanding how agricultural performance vary across seasons and identify factors and patterns that can support better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lnSpcReduction="10000"/>
          </a:bodyPr>
          <a:lstStyle/>
          <a:p>
            <a:pPr lvl="0"/>
            <a:r>
              <a:rPr lang="en-IN" b="1" dirty="0">
                <a:solidFill>
                  <a:schemeClr val="tx1"/>
                </a:solidFill>
                <a:latin typeface="Times New Roman" panose="02020603050405020304" pitchFamily="18" charset="0"/>
                <a:cs typeface="Times New Roman" panose="02020603050405020304" pitchFamily="18" charset="0"/>
              </a:rPr>
              <a:t>👨‍🌾 Farmers</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Understanding the seasonal crops and resource performance.</a:t>
            </a:r>
          </a:p>
          <a:p>
            <a:pPr lvl="0"/>
            <a:r>
              <a:rPr lang="en-IN" b="1" dirty="0">
                <a:solidFill>
                  <a:schemeClr val="tx1"/>
                </a:solidFill>
                <a:latin typeface="Times New Roman" panose="02020603050405020304" pitchFamily="18" charset="0"/>
                <a:cs typeface="Times New Roman" panose="02020603050405020304" pitchFamily="18" charset="0"/>
              </a:rPr>
              <a:t>🌾 Agricultural Planners</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Supporting seasonal planning and resource allocation.</a:t>
            </a:r>
          </a:p>
          <a:p>
            <a:pPr lvl="0"/>
            <a:r>
              <a:rPr lang="en-IN" b="1" dirty="0">
                <a:solidFill>
                  <a:schemeClr val="tx1"/>
                </a:solidFill>
                <a:latin typeface="Times New Roman" panose="02020603050405020304" pitchFamily="18" charset="0"/>
                <a:cs typeface="Times New Roman" panose="02020603050405020304" pitchFamily="18" charset="0"/>
              </a:rPr>
              <a:t>🏛️ Government &amp; Agricultural Departments</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Understanding regional and seasonal agricultural patterns.</a:t>
            </a:r>
          </a:p>
          <a:p>
            <a:pPr lvl="0"/>
            <a:r>
              <a:rPr lang="en-IN" b="1" dirty="0">
                <a:solidFill>
                  <a:schemeClr val="tx1"/>
                </a:solidFill>
                <a:latin typeface="Times New Roman" panose="02020603050405020304" pitchFamily="18" charset="0"/>
                <a:cs typeface="Times New Roman" panose="02020603050405020304" pitchFamily="18" charset="0"/>
              </a:rPr>
              <a:t>📊 Agricultural Analysts / Researchers</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Studying the relationships between environmental conditions and agricultural outcomes.</a:t>
            </a:r>
          </a:p>
          <a:p>
            <a:pPr lvl="0"/>
            <a:r>
              <a:rPr lang="en-IN" b="1" dirty="0">
                <a:solidFill>
                  <a:schemeClr val="tx1"/>
                </a:solidFill>
                <a:latin typeface="Times New Roman" panose="02020603050405020304" pitchFamily="18" charset="0"/>
                <a:cs typeface="Times New Roman" panose="02020603050405020304" pitchFamily="18" charset="0"/>
              </a:rPr>
              <a:t>💼 Agribusiness Stakeholders</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Understanding production, cost, revenue, profit and various patterns.</a:t>
            </a:r>
            <a:endParaRPr lang="en-IN" sz="1800" b="1"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4400" dirty="0">
                <a:latin typeface="Agency FB" panose="020B0503020202020204" pitchFamily="34" charset="0"/>
              </a:rPr>
              <a:t>Who are the End users?</a:t>
            </a:r>
            <a:endParaRPr lang="en-IN" sz="4400" dirty="0">
              <a:latin typeface="Agency FB" panose="020B050302020202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77532" y="1250334"/>
            <a:ext cx="6496181" cy="4357331"/>
          </a:xfrm>
        </p:spPr>
        <p:txBody>
          <a:bodyPr>
            <a:normAutofit/>
          </a:bodyPr>
          <a:lstStyle/>
          <a:p>
            <a:pPr>
              <a:buFont typeface="Wingdings" panose="05000000000000000000" pitchFamily="2" charset="2"/>
              <a:buChar char="q"/>
            </a:pPr>
            <a:r>
              <a:rPr lang="en-IN" sz="1800" b="1" i="1" u="sng" dirty="0">
                <a:solidFill>
                  <a:schemeClr val="tx1"/>
                </a:solidFill>
                <a:latin typeface="Times New Roman" panose="02020603050405020304" pitchFamily="18" charset="0"/>
                <a:cs typeface="Times New Roman" panose="02020603050405020304" pitchFamily="18" charset="0"/>
              </a:rPr>
              <a:t>Python :</a:t>
            </a:r>
          </a:p>
          <a:p>
            <a:pPr>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Pandas- </a:t>
            </a:r>
            <a:r>
              <a:rPr lang="en-US" sz="1800" i="1" dirty="0">
                <a:solidFill>
                  <a:schemeClr val="tx1"/>
                </a:solidFill>
                <a:latin typeface="Times New Roman" panose="02020603050405020304" pitchFamily="18" charset="0"/>
                <a:cs typeface="Times New Roman" panose="02020603050405020304" pitchFamily="18" charset="0"/>
              </a:rPr>
              <a:t>Data loading, cleaning and grouping</a:t>
            </a:r>
            <a:endParaRPr lang="en-IN" sz="1800" b="1" i="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NumPy- </a:t>
            </a:r>
            <a:r>
              <a:rPr lang="en-IN" sz="1800" i="1" dirty="0">
                <a:solidFill>
                  <a:schemeClr val="tx1"/>
                </a:solidFill>
                <a:latin typeface="Times New Roman" panose="02020603050405020304" pitchFamily="18" charset="0"/>
                <a:cs typeface="Times New Roman" panose="02020603050405020304" pitchFamily="18" charset="0"/>
              </a:rPr>
              <a:t>Numerical operations</a:t>
            </a:r>
            <a:endParaRPr lang="en-IN" sz="1800" b="1" i="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Matplotlib- </a:t>
            </a:r>
            <a:r>
              <a:rPr lang="en-IN" sz="1800" i="1" dirty="0">
                <a:solidFill>
                  <a:schemeClr val="tx1"/>
                </a:solidFill>
                <a:latin typeface="Times New Roman" panose="02020603050405020304" pitchFamily="18" charset="0"/>
                <a:cs typeface="Times New Roman" panose="02020603050405020304" pitchFamily="18" charset="0"/>
              </a:rPr>
              <a:t>Data visualization</a:t>
            </a:r>
            <a:r>
              <a:rPr lang="en-IN" sz="1800" b="1" i="1" dirty="0">
                <a:solidFill>
                  <a:schemeClr val="tx1"/>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Seaborn- </a:t>
            </a:r>
            <a:r>
              <a:rPr lang="en-IN" sz="1800" i="1" dirty="0">
                <a:solidFill>
                  <a:schemeClr val="tx1"/>
                </a:solidFill>
                <a:latin typeface="Times New Roman" panose="02020603050405020304" pitchFamily="18" charset="0"/>
                <a:cs typeface="Times New Roman" panose="02020603050405020304" pitchFamily="18" charset="0"/>
              </a:rPr>
              <a:t>Statistical charts</a:t>
            </a:r>
            <a:endParaRPr lang="en-IN" sz="1800" b="1" i="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SciPy- </a:t>
            </a:r>
            <a:r>
              <a:rPr lang="en-IN" sz="1800" i="1" dirty="0">
                <a:solidFill>
                  <a:schemeClr val="tx1"/>
                </a:solidFill>
                <a:latin typeface="Times New Roman" panose="02020603050405020304" pitchFamily="18" charset="0"/>
                <a:cs typeface="Times New Roman" panose="02020603050405020304" pitchFamily="18" charset="0"/>
              </a:rPr>
              <a:t>ANOVA statistical test</a:t>
            </a:r>
            <a:endParaRPr lang="en-IN" sz="1800" b="1" i="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1800" b="1" i="1" u="sng" dirty="0">
                <a:solidFill>
                  <a:schemeClr val="tx1"/>
                </a:solidFill>
                <a:latin typeface="Times New Roman" panose="02020603050405020304" pitchFamily="18" charset="0"/>
                <a:cs typeface="Times New Roman" panose="02020603050405020304" pitchFamily="18" charset="0"/>
              </a:rPr>
              <a:t>Platform :</a:t>
            </a:r>
          </a:p>
          <a:p>
            <a:pPr lvl="0">
              <a:buFont typeface="Wingdings" panose="05000000000000000000" pitchFamily="2" charset="2"/>
              <a:buChar char="v"/>
            </a:pPr>
            <a:r>
              <a:rPr lang="en-IN" sz="1800" b="1" i="1" dirty="0">
                <a:solidFill>
                  <a:schemeClr val="tx1"/>
                </a:solidFill>
                <a:latin typeface="Times New Roman" panose="02020603050405020304" pitchFamily="18" charset="0"/>
                <a:cs typeface="Times New Roman" panose="02020603050405020304" pitchFamily="18" charset="0"/>
              </a:rPr>
              <a:t>Google Colab / Jupyter Notebook &amp; Github Reposit Hosting</a:t>
            </a:r>
          </a:p>
          <a:p>
            <a:pPr lvl="1">
              <a:lnSpc>
                <a:spcPct val="150000"/>
              </a:lnSpc>
            </a:pPr>
            <a:endParaRPr lang="en-IN" sz="1800" i="1" dirty="0">
              <a:solidFill>
                <a:schemeClr val="tx1"/>
              </a:solidFill>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337573" y="402517"/>
            <a:ext cx="5306291" cy="847817"/>
          </a:xfrm>
        </p:spPr>
        <p:txBody>
          <a:bodyPr>
            <a:normAutofit/>
          </a:bodyPr>
          <a:lstStyle/>
          <a:p>
            <a:r>
              <a:rPr lang="en-US" dirty="0">
                <a:latin typeface="Agency FB" panose="020B0503020202020204" pitchFamily="34" charset="0"/>
              </a:rPr>
              <a:t>Technology Used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3DA7ED90-5001-1C55-F273-30204893A988}"/>
              </a:ext>
            </a:extLst>
          </p:cNvPr>
          <p:cNvPicPr>
            <a:picLocks noChangeAspect="1"/>
          </p:cNvPicPr>
          <p:nvPr/>
        </p:nvPicPr>
        <p:blipFill>
          <a:blip r:embed="rId3"/>
          <a:srcRect r="45703"/>
          <a:stretch>
            <a:fillRect/>
          </a:stretch>
        </p:blipFill>
        <p:spPr>
          <a:xfrm>
            <a:off x="6174528" y="1373342"/>
            <a:ext cx="5312228" cy="3966194"/>
          </a:xfrm>
          <a:prstGeom prst="rect">
            <a:avLst/>
          </a:prstGeom>
        </p:spPr>
      </p:pic>
      <p:pic>
        <p:nvPicPr>
          <p:cNvPr id="12" name="Picture 11">
            <a:extLst>
              <a:ext uri="{FF2B5EF4-FFF2-40B4-BE49-F238E27FC236}">
                <a16:creationId xmlns:a16="http://schemas.microsoft.com/office/drawing/2014/main" id="{2506CBC9-B37D-268B-AAD9-E3A747FC6A8B}"/>
              </a:ext>
            </a:extLst>
          </p:cNvPr>
          <p:cNvPicPr>
            <a:picLocks noChangeAspect="1"/>
          </p:cNvPicPr>
          <p:nvPr/>
        </p:nvPicPr>
        <p:blipFill>
          <a:blip r:embed="rId4"/>
          <a:stretch>
            <a:fillRect/>
          </a:stretch>
        </p:blipFill>
        <p:spPr>
          <a:xfrm>
            <a:off x="705244" y="2062230"/>
            <a:ext cx="5124623" cy="273354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EB0C7-53BA-824A-6AA7-54634F47CA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35C7B6A-BB35-2C07-3F77-F0BC854557B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9A460B1-4E91-08F1-A4D0-4F6FB683F414}"/>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6B07BD39-4785-B4DD-A255-320313CADD5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2BCC8E6-4FD6-CCAA-F37C-C144EEDCBC77}"/>
              </a:ext>
            </a:extLst>
          </p:cNvPr>
          <p:cNvPicPr>
            <a:picLocks noChangeAspect="1"/>
          </p:cNvPicPr>
          <p:nvPr/>
        </p:nvPicPr>
        <p:blipFill>
          <a:blip r:embed="rId3"/>
          <a:srcRect l="1" r="45442"/>
          <a:stretch>
            <a:fillRect/>
          </a:stretch>
        </p:blipFill>
        <p:spPr>
          <a:xfrm>
            <a:off x="678033" y="1974353"/>
            <a:ext cx="5075853" cy="2909293"/>
          </a:xfrm>
          <a:prstGeom prst="rect">
            <a:avLst/>
          </a:prstGeom>
        </p:spPr>
      </p:pic>
      <p:pic>
        <p:nvPicPr>
          <p:cNvPr id="7" name="Picture 6">
            <a:extLst>
              <a:ext uri="{FF2B5EF4-FFF2-40B4-BE49-F238E27FC236}">
                <a16:creationId xmlns:a16="http://schemas.microsoft.com/office/drawing/2014/main" id="{67B6278D-C09B-E13E-CC9F-9F487CABF8AA}"/>
              </a:ext>
            </a:extLst>
          </p:cNvPr>
          <p:cNvPicPr>
            <a:picLocks noChangeAspect="1"/>
          </p:cNvPicPr>
          <p:nvPr/>
        </p:nvPicPr>
        <p:blipFill>
          <a:blip r:embed="rId4"/>
          <a:srcRect r="39978"/>
          <a:stretch>
            <a:fillRect/>
          </a:stretch>
        </p:blipFill>
        <p:spPr>
          <a:xfrm>
            <a:off x="6017474" y="1515778"/>
            <a:ext cx="5566360" cy="3826444"/>
          </a:xfrm>
          <a:prstGeom prst="rect">
            <a:avLst/>
          </a:prstGeom>
        </p:spPr>
      </p:pic>
    </p:spTree>
    <p:extLst>
      <p:ext uri="{BB962C8B-B14F-4D97-AF65-F5344CB8AC3E}">
        <p14:creationId xmlns:p14="http://schemas.microsoft.com/office/powerpoint/2010/main" val="406933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29550-F15F-22F3-0AF4-296D6EE389F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1722E7-A2A1-AD21-AEE9-844A1B54D3C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F88F345-E75F-BF64-D962-9CE7FD504C35}"/>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5DB24189-FABF-D703-1001-7CACDDDBC5D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8EDCA2D-0978-679C-9B3F-4BD944A094F4}"/>
              </a:ext>
            </a:extLst>
          </p:cNvPr>
          <p:cNvPicPr>
            <a:picLocks noChangeAspect="1"/>
          </p:cNvPicPr>
          <p:nvPr/>
        </p:nvPicPr>
        <p:blipFill>
          <a:blip r:embed="rId3"/>
          <a:srcRect r="33930"/>
          <a:stretch>
            <a:fillRect/>
          </a:stretch>
        </p:blipFill>
        <p:spPr>
          <a:xfrm>
            <a:off x="1040445" y="1398740"/>
            <a:ext cx="3979423" cy="4812824"/>
          </a:xfrm>
          <a:prstGeom prst="rect">
            <a:avLst/>
          </a:prstGeom>
        </p:spPr>
      </p:pic>
      <p:pic>
        <p:nvPicPr>
          <p:cNvPr id="7" name="Picture 6">
            <a:extLst>
              <a:ext uri="{FF2B5EF4-FFF2-40B4-BE49-F238E27FC236}">
                <a16:creationId xmlns:a16="http://schemas.microsoft.com/office/drawing/2014/main" id="{9C60EEE1-D4A1-4E7B-8C27-7ED8050FEA7F}"/>
              </a:ext>
            </a:extLst>
          </p:cNvPr>
          <p:cNvPicPr>
            <a:picLocks noChangeAspect="1"/>
          </p:cNvPicPr>
          <p:nvPr/>
        </p:nvPicPr>
        <p:blipFill>
          <a:blip r:embed="rId4"/>
          <a:srcRect r="19201"/>
          <a:stretch>
            <a:fillRect/>
          </a:stretch>
        </p:blipFill>
        <p:spPr>
          <a:xfrm>
            <a:off x="5905088" y="1398740"/>
            <a:ext cx="5325250" cy="4686603"/>
          </a:xfrm>
          <a:prstGeom prst="rect">
            <a:avLst/>
          </a:prstGeom>
        </p:spPr>
      </p:pic>
    </p:spTree>
    <p:extLst>
      <p:ext uri="{BB962C8B-B14F-4D97-AF65-F5344CB8AC3E}">
        <p14:creationId xmlns:p14="http://schemas.microsoft.com/office/powerpoint/2010/main" val="4284086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9F3C1-03E6-9371-C538-F1388BA61ED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4E5159-BB8A-64B7-5392-71E9A0CA869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9780DFB-FE6D-5B0B-B7F7-8CAE952CDB22}"/>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2D817A33-DE86-9BCC-A064-EB5729E0202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70AD89D-9BAF-10ED-3A9D-3AF955076FF5}"/>
              </a:ext>
            </a:extLst>
          </p:cNvPr>
          <p:cNvPicPr>
            <a:picLocks noChangeAspect="1"/>
          </p:cNvPicPr>
          <p:nvPr/>
        </p:nvPicPr>
        <p:blipFill>
          <a:blip r:embed="rId3"/>
          <a:srcRect l="-1" r="48801"/>
          <a:stretch>
            <a:fillRect/>
          </a:stretch>
        </p:blipFill>
        <p:spPr>
          <a:xfrm>
            <a:off x="5367702" y="1374136"/>
            <a:ext cx="5747429" cy="4739293"/>
          </a:xfrm>
          <a:prstGeom prst="rect">
            <a:avLst/>
          </a:prstGeom>
        </p:spPr>
      </p:pic>
      <p:pic>
        <p:nvPicPr>
          <p:cNvPr id="7" name="Picture 6">
            <a:extLst>
              <a:ext uri="{FF2B5EF4-FFF2-40B4-BE49-F238E27FC236}">
                <a16:creationId xmlns:a16="http://schemas.microsoft.com/office/drawing/2014/main" id="{5A5C8409-7ABA-C5B8-DE99-46B47B3BF586}"/>
              </a:ext>
            </a:extLst>
          </p:cNvPr>
          <p:cNvPicPr>
            <a:picLocks noChangeAspect="1"/>
          </p:cNvPicPr>
          <p:nvPr/>
        </p:nvPicPr>
        <p:blipFill>
          <a:blip r:embed="rId4"/>
          <a:srcRect r="32572"/>
          <a:stretch>
            <a:fillRect/>
          </a:stretch>
        </p:blipFill>
        <p:spPr>
          <a:xfrm>
            <a:off x="1076869" y="1419995"/>
            <a:ext cx="3649237" cy="4693434"/>
          </a:xfrm>
          <a:prstGeom prst="rect">
            <a:avLst/>
          </a:prstGeom>
        </p:spPr>
      </p:pic>
    </p:spTree>
    <p:extLst>
      <p:ext uri="{BB962C8B-B14F-4D97-AF65-F5344CB8AC3E}">
        <p14:creationId xmlns:p14="http://schemas.microsoft.com/office/powerpoint/2010/main" val="138116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6D1F6-946C-34F2-0B58-5669775808E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52B808F-4540-A70D-4F00-9D4A3701F11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FD1BACF-5B42-6345-45DA-9BCDDBF64330}"/>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90FAB217-7616-6517-5A97-0F9C6E0DF55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782533B-F985-0D28-E228-FD1654E2F10B}"/>
              </a:ext>
            </a:extLst>
          </p:cNvPr>
          <p:cNvPicPr>
            <a:picLocks noChangeAspect="1"/>
          </p:cNvPicPr>
          <p:nvPr/>
        </p:nvPicPr>
        <p:blipFill>
          <a:blip r:embed="rId3"/>
          <a:srcRect r="16349"/>
          <a:stretch>
            <a:fillRect/>
          </a:stretch>
        </p:blipFill>
        <p:spPr>
          <a:xfrm>
            <a:off x="675957" y="2202073"/>
            <a:ext cx="4985035" cy="2453853"/>
          </a:xfrm>
          <a:prstGeom prst="rect">
            <a:avLst/>
          </a:prstGeom>
        </p:spPr>
      </p:pic>
      <p:pic>
        <p:nvPicPr>
          <p:cNvPr id="7" name="Picture 6">
            <a:extLst>
              <a:ext uri="{FF2B5EF4-FFF2-40B4-BE49-F238E27FC236}">
                <a16:creationId xmlns:a16="http://schemas.microsoft.com/office/drawing/2014/main" id="{ECE8CF30-0A8E-FE22-274D-D72416CDAD8C}"/>
              </a:ext>
            </a:extLst>
          </p:cNvPr>
          <p:cNvPicPr>
            <a:picLocks noChangeAspect="1"/>
          </p:cNvPicPr>
          <p:nvPr/>
        </p:nvPicPr>
        <p:blipFill>
          <a:blip r:embed="rId4"/>
          <a:srcRect r="54443"/>
          <a:stretch>
            <a:fillRect/>
          </a:stretch>
        </p:blipFill>
        <p:spPr>
          <a:xfrm>
            <a:off x="6006357" y="1275371"/>
            <a:ext cx="5509686" cy="4328535"/>
          </a:xfrm>
          <a:prstGeom prst="rect">
            <a:avLst/>
          </a:prstGeom>
        </p:spPr>
      </p:pic>
    </p:spTree>
    <p:extLst>
      <p:ext uri="{BB962C8B-B14F-4D97-AF65-F5344CB8AC3E}">
        <p14:creationId xmlns:p14="http://schemas.microsoft.com/office/powerpoint/2010/main" val="2530814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4D380-6559-96B9-58AD-D7E2D144470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7217BD-E3F9-E7DA-BEE2-8DC231B8BD8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0F5D03F-C538-9518-8908-A0AC59AE5EB3}"/>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32C034E9-6CDA-6D12-A34B-D73969D2985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001B0FD-C2BB-D5AA-182B-0285C272D22D}"/>
              </a:ext>
            </a:extLst>
          </p:cNvPr>
          <p:cNvPicPr>
            <a:picLocks noChangeAspect="1"/>
          </p:cNvPicPr>
          <p:nvPr/>
        </p:nvPicPr>
        <p:blipFill>
          <a:blip r:embed="rId3"/>
          <a:srcRect r="18774"/>
          <a:stretch>
            <a:fillRect/>
          </a:stretch>
        </p:blipFill>
        <p:spPr>
          <a:xfrm>
            <a:off x="7633005" y="1429038"/>
            <a:ext cx="4293123" cy="3999926"/>
          </a:xfrm>
          <a:prstGeom prst="rect">
            <a:avLst/>
          </a:prstGeom>
        </p:spPr>
      </p:pic>
      <p:pic>
        <p:nvPicPr>
          <p:cNvPr id="7" name="Picture 6">
            <a:extLst>
              <a:ext uri="{FF2B5EF4-FFF2-40B4-BE49-F238E27FC236}">
                <a16:creationId xmlns:a16="http://schemas.microsoft.com/office/drawing/2014/main" id="{77951913-CE01-C4DC-C6B8-CC09856527D4}"/>
              </a:ext>
            </a:extLst>
          </p:cNvPr>
          <p:cNvPicPr>
            <a:picLocks noChangeAspect="1"/>
          </p:cNvPicPr>
          <p:nvPr/>
        </p:nvPicPr>
        <p:blipFill>
          <a:blip r:embed="rId4"/>
          <a:srcRect r="8745"/>
          <a:stretch>
            <a:fillRect/>
          </a:stretch>
        </p:blipFill>
        <p:spPr>
          <a:xfrm>
            <a:off x="3014331" y="1921430"/>
            <a:ext cx="4423425" cy="2995122"/>
          </a:xfrm>
          <a:prstGeom prst="rect">
            <a:avLst/>
          </a:prstGeom>
        </p:spPr>
      </p:pic>
      <p:pic>
        <p:nvPicPr>
          <p:cNvPr id="10" name="Picture 9">
            <a:extLst>
              <a:ext uri="{FF2B5EF4-FFF2-40B4-BE49-F238E27FC236}">
                <a16:creationId xmlns:a16="http://schemas.microsoft.com/office/drawing/2014/main" id="{E65B1E6D-687E-BCF9-8375-DE51FF8E9134}"/>
              </a:ext>
            </a:extLst>
          </p:cNvPr>
          <p:cNvPicPr>
            <a:picLocks noChangeAspect="1"/>
          </p:cNvPicPr>
          <p:nvPr/>
        </p:nvPicPr>
        <p:blipFill>
          <a:blip r:embed="rId5"/>
          <a:srcRect r="44360"/>
          <a:stretch>
            <a:fillRect/>
          </a:stretch>
        </p:blipFill>
        <p:spPr>
          <a:xfrm>
            <a:off x="150764" y="1741664"/>
            <a:ext cx="2668318" cy="3791389"/>
          </a:xfrm>
          <a:prstGeom prst="rect">
            <a:avLst/>
          </a:prstGeom>
        </p:spPr>
      </p:pic>
    </p:spTree>
    <p:extLst>
      <p:ext uri="{BB962C8B-B14F-4D97-AF65-F5344CB8AC3E}">
        <p14:creationId xmlns:p14="http://schemas.microsoft.com/office/powerpoint/2010/main" val="324927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E8A13-9EC2-BF0A-A778-8A2E12E9E5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CD62B66-E4A1-0126-94F3-8D4504BD8B6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CEDA869-4BF9-6DEC-11B8-82956CF7A194}"/>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8C1966FC-7E37-133A-627A-F13B0922782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36ABA530-6746-6F8D-B3B1-9BA7F45A75EA}"/>
              </a:ext>
            </a:extLst>
          </p:cNvPr>
          <p:cNvPicPr>
            <a:picLocks noChangeAspect="1"/>
          </p:cNvPicPr>
          <p:nvPr/>
        </p:nvPicPr>
        <p:blipFill>
          <a:blip r:embed="rId3"/>
          <a:stretch>
            <a:fillRect/>
          </a:stretch>
        </p:blipFill>
        <p:spPr>
          <a:xfrm>
            <a:off x="1068124" y="1275371"/>
            <a:ext cx="3438843" cy="2433333"/>
          </a:xfrm>
          <a:prstGeom prst="rect">
            <a:avLst/>
          </a:prstGeom>
        </p:spPr>
      </p:pic>
      <p:pic>
        <p:nvPicPr>
          <p:cNvPr id="3" name="Picture 2">
            <a:extLst>
              <a:ext uri="{FF2B5EF4-FFF2-40B4-BE49-F238E27FC236}">
                <a16:creationId xmlns:a16="http://schemas.microsoft.com/office/drawing/2014/main" id="{10A97EDC-603D-51E6-A959-F3E628750B4B}"/>
              </a:ext>
            </a:extLst>
          </p:cNvPr>
          <p:cNvPicPr>
            <a:picLocks noChangeAspect="1"/>
          </p:cNvPicPr>
          <p:nvPr/>
        </p:nvPicPr>
        <p:blipFill>
          <a:blip r:embed="rId4"/>
          <a:stretch>
            <a:fillRect/>
          </a:stretch>
        </p:blipFill>
        <p:spPr>
          <a:xfrm>
            <a:off x="4787167" y="2088259"/>
            <a:ext cx="6588915" cy="3240889"/>
          </a:xfrm>
          <a:prstGeom prst="rect">
            <a:avLst/>
          </a:prstGeom>
        </p:spPr>
      </p:pic>
      <p:pic>
        <p:nvPicPr>
          <p:cNvPr id="6" name="Picture 5">
            <a:extLst>
              <a:ext uri="{FF2B5EF4-FFF2-40B4-BE49-F238E27FC236}">
                <a16:creationId xmlns:a16="http://schemas.microsoft.com/office/drawing/2014/main" id="{7ECDC820-E695-FA9A-A508-B49B850DB08F}"/>
              </a:ext>
            </a:extLst>
          </p:cNvPr>
          <p:cNvPicPr>
            <a:picLocks noChangeAspect="1"/>
          </p:cNvPicPr>
          <p:nvPr/>
        </p:nvPicPr>
        <p:blipFill>
          <a:blip r:embed="rId5"/>
          <a:stretch>
            <a:fillRect/>
          </a:stretch>
        </p:blipFill>
        <p:spPr>
          <a:xfrm>
            <a:off x="630905" y="3831061"/>
            <a:ext cx="3960038" cy="2444718"/>
          </a:xfrm>
          <a:prstGeom prst="rect">
            <a:avLst/>
          </a:prstGeom>
        </p:spPr>
      </p:pic>
    </p:spTree>
    <p:extLst>
      <p:ext uri="{BB962C8B-B14F-4D97-AF65-F5344CB8AC3E}">
        <p14:creationId xmlns:p14="http://schemas.microsoft.com/office/powerpoint/2010/main" val="352191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71AC9-B48D-8F29-4823-9C5862A9E1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F38477E-9184-892C-BD82-9357E6AE9D2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0D671DF-C0B8-702E-8698-69BACE0B16A8}"/>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2E9B89FA-C091-2DC8-051D-7C66B7447EC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9A33AF6-9C74-09E7-A000-6C117596EA97}"/>
              </a:ext>
            </a:extLst>
          </p:cNvPr>
          <p:cNvPicPr>
            <a:picLocks noChangeAspect="1"/>
          </p:cNvPicPr>
          <p:nvPr/>
        </p:nvPicPr>
        <p:blipFill>
          <a:blip r:embed="rId3"/>
          <a:stretch>
            <a:fillRect/>
          </a:stretch>
        </p:blipFill>
        <p:spPr>
          <a:xfrm>
            <a:off x="1167989" y="1342110"/>
            <a:ext cx="3849390" cy="2376409"/>
          </a:xfrm>
          <a:prstGeom prst="rect">
            <a:avLst/>
          </a:prstGeom>
        </p:spPr>
      </p:pic>
      <p:pic>
        <p:nvPicPr>
          <p:cNvPr id="3" name="Picture 2">
            <a:extLst>
              <a:ext uri="{FF2B5EF4-FFF2-40B4-BE49-F238E27FC236}">
                <a16:creationId xmlns:a16="http://schemas.microsoft.com/office/drawing/2014/main" id="{8224E80F-4225-9310-07AF-ED64925E0BA4}"/>
              </a:ext>
            </a:extLst>
          </p:cNvPr>
          <p:cNvPicPr>
            <a:picLocks noChangeAspect="1"/>
          </p:cNvPicPr>
          <p:nvPr/>
        </p:nvPicPr>
        <p:blipFill>
          <a:blip r:embed="rId4"/>
          <a:stretch>
            <a:fillRect/>
          </a:stretch>
        </p:blipFill>
        <p:spPr>
          <a:xfrm>
            <a:off x="1167989" y="3859043"/>
            <a:ext cx="3849390" cy="2376410"/>
          </a:xfrm>
          <a:prstGeom prst="rect">
            <a:avLst/>
          </a:prstGeom>
        </p:spPr>
      </p:pic>
      <p:pic>
        <p:nvPicPr>
          <p:cNvPr id="6" name="Picture 5">
            <a:extLst>
              <a:ext uri="{FF2B5EF4-FFF2-40B4-BE49-F238E27FC236}">
                <a16:creationId xmlns:a16="http://schemas.microsoft.com/office/drawing/2014/main" id="{A31BD698-B8E6-ABF9-E477-62931677027E}"/>
              </a:ext>
            </a:extLst>
          </p:cNvPr>
          <p:cNvPicPr>
            <a:picLocks noChangeAspect="1"/>
          </p:cNvPicPr>
          <p:nvPr/>
        </p:nvPicPr>
        <p:blipFill>
          <a:blip r:embed="rId5"/>
          <a:stretch>
            <a:fillRect/>
          </a:stretch>
        </p:blipFill>
        <p:spPr>
          <a:xfrm>
            <a:off x="6355649" y="1157861"/>
            <a:ext cx="3678869" cy="2271139"/>
          </a:xfrm>
          <a:prstGeom prst="rect">
            <a:avLst/>
          </a:prstGeom>
        </p:spPr>
      </p:pic>
      <p:pic>
        <p:nvPicPr>
          <p:cNvPr id="7" name="Picture 6">
            <a:extLst>
              <a:ext uri="{FF2B5EF4-FFF2-40B4-BE49-F238E27FC236}">
                <a16:creationId xmlns:a16="http://schemas.microsoft.com/office/drawing/2014/main" id="{08B27552-7B97-21A0-5C53-4B99E2C94728}"/>
              </a:ext>
            </a:extLst>
          </p:cNvPr>
          <p:cNvPicPr>
            <a:picLocks noChangeAspect="1"/>
          </p:cNvPicPr>
          <p:nvPr/>
        </p:nvPicPr>
        <p:blipFill>
          <a:blip r:embed="rId6"/>
          <a:stretch>
            <a:fillRect/>
          </a:stretch>
        </p:blipFill>
        <p:spPr>
          <a:xfrm>
            <a:off x="6355649" y="3859043"/>
            <a:ext cx="3849390" cy="2376408"/>
          </a:xfrm>
          <a:prstGeom prst="rect">
            <a:avLst/>
          </a:prstGeom>
        </p:spPr>
      </p:pic>
    </p:spTree>
    <p:extLst>
      <p:ext uri="{BB962C8B-B14F-4D97-AF65-F5344CB8AC3E}">
        <p14:creationId xmlns:p14="http://schemas.microsoft.com/office/powerpoint/2010/main" val="419941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997E6-8FAB-6DBD-C4D9-E5486D95B9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FFC761B-FAB6-90E0-A52C-B982181AAC3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9022293-2C9C-744D-147C-873C4F0A9896}"/>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9D7CA2FC-BDCF-380D-8708-DBACAF4F3C2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2A8F8E4-E80E-6BCB-A000-1C9B346A5332}"/>
              </a:ext>
            </a:extLst>
          </p:cNvPr>
          <p:cNvPicPr>
            <a:picLocks noChangeAspect="1"/>
          </p:cNvPicPr>
          <p:nvPr/>
        </p:nvPicPr>
        <p:blipFill>
          <a:blip r:embed="rId3"/>
          <a:stretch>
            <a:fillRect/>
          </a:stretch>
        </p:blipFill>
        <p:spPr>
          <a:xfrm>
            <a:off x="1087503" y="1327795"/>
            <a:ext cx="3724415" cy="2299256"/>
          </a:xfrm>
          <a:prstGeom prst="rect">
            <a:avLst/>
          </a:prstGeom>
        </p:spPr>
      </p:pic>
      <p:pic>
        <p:nvPicPr>
          <p:cNvPr id="3" name="Picture 2">
            <a:extLst>
              <a:ext uri="{FF2B5EF4-FFF2-40B4-BE49-F238E27FC236}">
                <a16:creationId xmlns:a16="http://schemas.microsoft.com/office/drawing/2014/main" id="{FFCF4A3F-8AE5-6F8D-9EE5-60F618CA5208}"/>
              </a:ext>
            </a:extLst>
          </p:cNvPr>
          <p:cNvPicPr>
            <a:picLocks noChangeAspect="1"/>
          </p:cNvPicPr>
          <p:nvPr/>
        </p:nvPicPr>
        <p:blipFill>
          <a:blip r:embed="rId4"/>
          <a:stretch>
            <a:fillRect/>
          </a:stretch>
        </p:blipFill>
        <p:spPr>
          <a:xfrm>
            <a:off x="826246" y="3819214"/>
            <a:ext cx="3985672" cy="2460543"/>
          </a:xfrm>
          <a:prstGeom prst="rect">
            <a:avLst/>
          </a:prstGeom>
        </p:spPr>
      </p:pic>
      <p:pic>
        <p:nvPicPr>
          <p:cNvPr id="6" name="Picture 5">
            <a:extLst>
              <a:ext uri="{FF2B5EF4-FFF2-40B4-BE49-F238E27FC236}">
                <a16:creationId xmlns:a16="http://schemas.microsoft.com/office/drawing/2014/main" id="{1C236BD5-5837-0867-4CD1-FC237A67C942}"/>
              </a:ext>
            </a:extLst>
          </p:cNvPr>
          <p:cNvPicPr>
            <a:picLocks noChangeAspect="1"/>
          </p:cNvPicPr>
          <p:nvPr/>
        </p:nvPicPr>
        <p:blipFill>
          <a:blip r:embed="rId5"/>
          <a:stretch>
            <a:fillRect/>
          </a:stretch>
        </p:blipFill>
        <p:spPr>
          <a:xfrm>
            <a:off x="5923439" y="786087"/>
            <a:ext cx="4452201" cy="2748553"/>
          </a:xfrm>
          <a:prstGeom prst="rect">
            <a:avLst/>
          </a:prstGeom>
        </p:spPr>
      </p:pic>
      <p:pic>
        <p:nvPicPr>
          <p:cNvPr id="7" name="Picture 6">
            <a:extLst>
              <a:ext uri="{FF2B5EF4-FFF2-40B4-BE49-F238E27FC236}">
                <a16:creationId xmlns:a16="http://schemas.microsoft.com/office/drawing/2014/main" id="{9A7025A5-BE79-269B-49C5-C7B3823686DE}"/>
              </a:ext>
            </a:extLst>
          </p:cNvPr>
          <p:cNvPicPr>
            <a:picLocks noChangeAspect="1"/>
          </p:cNvPicPr>
          <p:nvPr/>
        </p:nvPicPr>
        <p:blipFill>
          <a:blip r:embed="rId6"/>
          <a:stretch>
            <a:fillRect/>
          </a:stretch>
        </p:blipFill>
        <p:spPr>
          <a:xfrm>
            <a:off x="6279250" y="3750863"/>
            <a:ext cx="4096390" cy="2528894"/>
          </a:xfrm>
          <a:prstGeom prst="rect">
            <a:avLst/>
          </a:prstGeom>
        </p:spPr>
      </p:pic>
    </p:spTree>
    <p:extLst>
      <p:ext uri="{BB962C8B-B14F-4D97-AF65-F5344CB8AC3E}">
        <p14:creationId xmlns:p14="http://schemas.microsoft.com/office/powerpoint/2010/main" val="416307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2CBAD-D224-1CDA-7838-8CBAF1479B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E1D92A-DC05-0D10-B287-6B2FD548C2A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F9C08F1-AE0D-B45C-4685-3F9AC17B2A0C}"/>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61A428FA-685F-301D-82D5-7E2630D76F5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A8B70FD8-2CAE-5A31-2262-A8A7181210B9}"/>
              </a:ext>
            </a:extLst>
          </p:cNvPr>
          <p:cNvPicPr>
            <a:picLocks noChangeAspect="1"/>
          </p:cNvPicPr>
          <p:nvPr/>
        </p:nvPicPr>
        <p:blipFill>
          <a:blip r:embed="rId3"/>
          <a:stretch>
            <a:fillRect/>
          </a:stretch>
        </p:blipFill>
        <p:spPr>
          <a:xfrm>
            <a:off x="976081" y="1159886"/>
            <a:ext cx="4008010" cy="2474333"/>
          </a:xfrm>
          <a:prstGeom prst="rect">
            <a:avLst/>
          </a:prstGeom>
        </p:spPr>
      </p:pic>
      <p:pic>
        <p:nvPicPr>
          <p:cNvPr id="3" name="Picture 2">
            <a:extLst>
              <a:ext uri="{FF2B5EF4-FFF2-40B4-BE49-F238E27FC236}">
                <a16:creationId xmlns:a16="http://schemas.microsoft.com/office/drawing/2014/main" id="{35A3BBE2-BF64-76A5-7C37-E59C86CE6DB3}"/>
              </a:ext>
            </a:extLst>
          </p:cNvPr>
          <p:cNvPicPr>
            <a:picLocks noChangeAspect="1"/>
          </p:cNvPicPr>
          <p:nvPr/>
        </p:nvPicPr>
        <p:blipFill>
          <a:blip r:embed="rId4"/>
          <a:stretch>
            <a:fillRect/>
          </a:stretch>
        </p:blipFill>
        <p:spPr>
          <a:xfrm>
            <a:off x="1365554" y="3777237"/>
            <a:ext cx="3403955" cy="2408647"/>
          </a:xfrm>
          <a:prstGeom prst="rect">
            <a:avLst/>
          </a:prstGeom>
        </p:spPr>
      </p:pic>
      <p:pic>
        <p:nvPicPr>
          <p:cNvPr id="6" name="Picture 5">
            <a:extLst>
              <a:ext uri="{FF2B5EF4-FFF2-40B4-BE49-F238E27FC236}">
                <a16:creationId xmlns:a16="http://schemas.microsoft.com/office/drawing/2014/main" id="{B3887BA9-784B-A519-81A2-CA1F0BE98D66}"/>
              </a:ext>
            </a:extLst>
          </p:cNvPr>
          <p:cNvPicPr>
            <a:picLocks noChangeAspect="1"/>
          </p:cNvPicPr>
          <p:nvPr/>
        </p:nvPicPr>
        <p:blipFill>
          <a:blip r:embed="rId5"/>
          <a:stretch>
            <a:fillRect/>
          </a:stretch>
        </p:blipFill>
        <p:spPr>
          <a:xfrm>
            <a:off x="5940850" y="672116"/>
            <a:ext cx="4277698" cy="2640824"/>
          </a:xfrm>
          <a:prstGeom prst="rect">
            <a:avLst/>
          </a:prstGeom>
        </p:spPr>
      </p:pic>
      <p:pic>
        <p:nvPicPr>
          <p:cNvPr id="7" name="Picture 6">
            <a:extLst>
              <a:ext uri="{FF2B5EF4-FFF2-40B4-BE49-F238E27FC236}">
                <a16:creationId xmlns:a16="http://schemas.microsoft.com/office/drawing/2014/main" id="{10E940E6-ED2A-F9DD-DEFC-5F0CDF954A95}"/>
              </a:ext>
            </a:extLst>
          </p:cNvPr>
          <p:cNvPicPr>
            <a:picLocks noChangeAspect="1"/>
          </p:cNvPicPr>
          <p:nvPr/>
        </p:nvPicPr>
        <p:blipFill>
          <a:blip r:embed="rId6"/>
          <a:stretch>
            <a:fillRect/>
          </a:stretch>
        </p:blipFill>
        <p:spPr>
          <a:xfrm>
            <a:off x="6096000" y="3545060"/>
            <a:ext cx="4277698" cy="2640824"/>
          </a:xfrm>
          <a:prstGeom prst="rect">
            <a:avLst/>
          </a:prstGeom>
        </p:spPr>
      </p:pic>
    </p:spTree>
    <p:extLst>
      <p:ext uri="{BB962C8B-B14F-4D97-AF65-F5344CB8AC3E}">
        <p14:creationId xmlns:p14="http://schemas.microsoft.com/office/powerpoint/2010/main" val="277844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C9E8D-9F9C-7057-BA6A-F817868EE6C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0DE521-9AD2-8175-6AE6-32C494DBF46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038F5E7-22C7-5AB9-835F-D38E75C79BA0}"/>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sp>
        <p:nvSpPr>
          <p:cNvPr id="8" name="Text Placeholder 30">
            <a:extLst>
              <a:ext uri="{FF2B5EF4-FFF2-40B4-BE49-F238E27FC236}">
                <a16:creationId xmlns:a16="http://schemas.microsoft.com/office/drawing/2014/main" id="{9A40B6BD-61D3-21CC-C977-A1256BEF0AD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F27826B7-FE66-89C3-69FB-9D0B317D4698}"/>
              </a:ext>
            </a:extLst>
          </p:cNvPr>
          <p:cNvPicPr>
            <a:picLocks noChangeAspect="1"/>
          </p:cNvPicPr>
          <p:nvPr/>
        </p:nvPicPr>
        <p:blipFill>
          <a:blip r:embed="rId3"/>
          <a:stretch>
            <a:fillRect/>
          </a:stretch>
        </p:blipFill>
        <p:spPr>
          <a:xfrm>
            <a:off x="675957" y="1201586"/>
            <a:ext cx="4507516" cy="2782701"/>
          </a:xfrm>
          <a:prstGeom prst="rect">
            <a:avLst/>
          </a:prstGeom>
        </p:spPr>
      </p:pic>
      <p:pic>
        <p:nvPicPr>
          <p:cNvPr id="10" name="Picture 9">
            <a:extLst>
              <a:ext uri="{FF2B5EF4-FFF2-40B4-BE49-F238E27FC236}">
                <a16:creationId xmlns:a16="http://schemas.microsoft.com/office/drawing/2014/main" id="{A37ECF03-343C-B8AF-441D-CC356422A754}"/>
              </a:ext>
            </a:extLst>
          </p:cNvPr>
          <p:cNvPicPr>
            <a:picLocks noChangeAspect="1"/>
          </p:cNvPicPr>
          <p:nvPr/>
        </p:nvPicPr>
        <p:blipFill>
          <a:blip r:embed="rId4"/>
          <a:stretch>
            <a:fillRect/>
          </a:stretch>
        </p:blipFill>
        <p:spPr>
          <a:xfrm>
            <a:off x="1039182" y="4009974"/>
            <a:ext cx="4144291" cy="2558466"/>
          </a:xfrm>
          <a:prstGeom prst="rect">
            <a:avLst/>
          </a:prstGeom>
        </p:spPr>
      </p:pic>
      <p:pic>
        <p:nvPicPr>
          <p:cNvPr id="11" name="Picture 10">
            <a:extLst>
              <a:ext uri="{FF2B5EF4-FFF2-40B4-BE49-F238E27FC236}">
                <a16:creationId xmlns:a16="http://schemas.microsoft.com/office/drawing/2014/main" id="{7B6E0D2D-F1C8-D1F7-A84D-5A7D09E734F1}"/>
              </a:ext>
            </a:extLst>
          </p:cNvPr>
          <p:cNvPicPr>
            <a:picLocks noChangeAspect="1"/>
          </p:cNvPicPr>
          <p:nvPr/>
        </p:nvPicPr>
        <p:blipFill>
          <a:blip r:embed="rId5"/>
          <a:stretch>
            <a:fillRect/>
          </a:stretch>
        </p:blipFill>
        <p:spPr>
          <a:xfrm>
            <a:off x="5799293" y="658900"/>
            <a:ext cx="5108617" cy="3153789"/>
          </a:xfrm>
          <a:prstGeom prst="rect">
            <a:avLst/>
          </a:prstGeom>
        </p:spPr>
      </p:pic>
      <p:pic>
        <p:nvPicPr>
          <p:cNvPr id="12" name="Picture 11">
            <a:extLst>
              <a:ext uri="{FF2B5EF4-FFF2-40B4-BE49-F238E27FC236}">
                <a16:creationId xmlns:a16="http://schemas.microsoft.com/office/drawing/2014/main" id="{B3551F0C-1F4E-33E8-0CF6-2368B3555CD2}"/>
              </a:ext>
            </a:extLst>
          </p:cNvPr>
          <p:cNvPicPr>
            <a:picLocks noChangeAspect="1"/>
          </p:cNvPicPr>
          <p:nvPr/>
        </p:nvPicPr>
        <p:blipFill>
          <a:blip r:embed="rId6"/>
          <a:stretch>
            <a:fillRect/>
          </a:stretch>
        </p:blipFill>
        <p:spPr>
          <a:xfrm>
            <a:off x="5931984" y="3909676"/>
            <a:ext cx="5209191" cy="2562244"/>
          </a:xfrm>
          <a:prstGeom prst="rect">
            <a:avLst/>
          </a:prstGeom>
        </p:spPr>
      </p:pic>
    </p:spTree>
    <p:extLst>
      <p:ext uri="{BB962C8B-B14F-4D97-AF65-F5344CB8AC3E}">
        <p14:creationId xmlns:p14="http://schemas.microsoft.com/office/powerpoint/2010/main" val="2077898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79ECDF-53A3-6878-990E-9A456BB3DB4E}"/>
              </a:ext>
            </a:extLst>
          </p:cNvPr>
          <p:cNvPicPr>
            <a:picLocks noChangeAspect="1"/>
          </p:cNvPicPr>
          <p:nvPr/>
        </p:nvPicPr>
        <p:blipFill>
          <a:blip r:embed="rId2"/>
          <a:stretch>
            <a:fillRect/>
          </a:stretch>
        </p:blipFill>
        <p:spPr>
          <a:xfrm>
            <a:off x="6980406" y="664431"/>
            <a:ext cx="3661718" cy="2764569"/>
          </a:xfrm>
          <a:prstGeom prst="rect">
            <a:avLst/>
          </a:prstGeom>
        </p:spPr>
      </p:pic>
      <p:sp>
        <p:nvSpPr>
          <p:cNvPr id="6" name="Title 3">
            <a:extLst>
              <a:ext uri="{FF2B5EF4-FFF2-40B4-BE49-F238E27FC236}">
                <a16:creationId xmlns:a16="http://schemas.microsoft.com/office/drawing/2014/main" id="{9F4E1ABC-3E4D-9C08-6C01-E717A89692C2}"/>
              </a:ext>
            </a:extLst>
          </p:cNvPr>
          <p:cNvSpPr>
            <a:spLocks noGrp="1"/>
          </p:cNvSpPr>
          <p:nvPr>
            <p:ph type="title"/>
          </p:nvPr>
        </p:nvSpPr>
        <p:spPr>
          <a:xfrm>
            <a:off x="675957" y="370589"/>
            <a:ext cx="2981643" cy="830997"/>
          </a:xfrm>
        </p:spPr>
        <p:txBody>
          <a:bodyPr>
            <a:normAutofit/>
          </a:bodyPr>
          <a:lstStyle/>
          <a:p>
            <a:r>
              <a:rPr lang="en-GB" dirty="0">
                <a:latin typeface="Agency FB" panose="020B0503020202020204" pitchFamily="34" charset="0"/>
              </a:rPr>
              <a:t>RESULTS : </a:t>
            </a:r>
            <a:endParaRPr lang="en-IN" dirty="0">
              <a:latin typeface="Agency FB" panose="020B0503020202020204" pitchFamily="34" charset="0"/>
            </a:endParaRPr>
          </a:p>
        </p:txBody>
      </p:sp>
      <p:pic>
        <p:nvPicPr>
          <p:cNvPr id="7" name="Picture 6">
            <a:extLst>
              <a:ext uri="{FF2B5EF4-FFF2-40B4-BE49-F238E27FC236}">
                <a16:creationId xmlns:a16="http://schemas.microsoft.com/office/drawing/2014/main" id="{5E8D116D-7E71-B105-6151-A4391816830C}"/>
              </a:ext>
            </a:extLst>
          </p:cNvPr>
          <p:cNvPicPr>
            <a:picLocks noChangeAspect="1"/>
          </p:cNvPicPr>
          <p:nvPr/>
        </p:nvPicPr>
        <p:blipFill>
          <a:blip r:embed="rId3"/>
          <a:stretch>
            <a:fillRect/>
          </a:stretch>
        </p:blipFill>
        <p:spPr>
          <a:xfrm>
            <a:off x="7553692" y="3429000"/>
            <a:ext cx="3088432" cy="3088432"/>
          </a:xfrm>
          <a:prstGeom prst="rect">
            <a:avLst/>
          </a:prstGeom>
        </p:spPr>
      </p:pic>
      <p:pic>
        <p:nvPicPr>
          <p:cNvPr id="8" name="Picture 7">
            <a:extLst>
              <a:ext uri="{FF2B5EF4-FFF2-40B4-BE49-F238E27FC236}">
                <a16:creationId xmlns:a16="http://schemas.microsoft.com/office/drawing/2014/main" id="{D49D1278-E9A4-442B-5564-CD2E24BD71BD}"/>
              </a:ext>
            </a:extLst>
          </p:cNvPr>
          <p:cNvPicPr>
            <a:picLocks noChangeAspect="1"/>
          </p:cNvPicPr>
          <p:nvPr/>
        </p:nvPicPr>
        <p:blipFill>
          <a:blip r:embed="rId4"/>
          <a:stretch>
            <a:fillRect/>
          </a:stretch>
        </p:blipFill>
        <p:spPr>
          <a:xfrm>
            <a:off x="1303207" y="1299608"/>
            <a:ext cx="4708785" cy="2322577"/>
          </a:xfrm>
          <a:prstGeom prst="rect">
            <a:avLst/>
          </a:prstGeom>
        </p:spPr>
      </p:pic>
      <p:pic>
        <p:nvPicPr>
          <p:cNvPr id="9" name="Picture 8">
            <a:extLst>
              <a:ext uri="{FF2B5EF4-FFF2-40B4-BE49-F238E27FC236}">
                <a16:creationId xmlns:a16="http://schemas.microsoft.com/office/drawing/2014/main" id="{9F17C834-D99B-4146-2486-C39D384FA999}"/>
              </a:ext>
            </a:extLst>
          </p:cNvPr>
          <p:cNvPicPr>
            <a:picLocks noChangeAspect="1"/>
          </p:cNvPicPr>
          <p:nvPr/>
        </p:nvPicPr>
        <p:blipFill>
          <a:blip r:embed="rId5"/>
          <a:stretch>
            <a:fillRect/>
          </a:stretch>
        </p:blipFill>
        <p:spPr>
          <a:xfrm>
            <a:off x="972756" y="3720207"/>
            <a:ext cx="5369686" cy="2939964"/>
          </a:xfrm>
          <a:prstGeom prst="rect">
            <a:avLst/>
          </a:prstGeom>
        </p:spPr>
      </p:pic>
    </p:spTree>
    <p:extLst>
      <p:ext uri="{BB962C8B-B14F-4D97-AF65-F5344CB8AC3E}">
        <p14:creationId xmlns:p14="http://schemas.microsoft.com/office/powerpoint/2010/main" val="371939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759932" y="687578"/>
            <a:ext cx="4735798" cy="830997"/>
          </a:xfrm>
        </p:spPr>
        <p:txBody>
          <a:bodyPr>
            <a:normAutofit/>
          </a:bodyPr>
          <a:lstStyle/>
          <a:p>
            <a:r>
              <a:rPr lang="en-IN" sz="4400" dirty="0">
                <a:latin typeface="Agency FB" panose="020B0503020202020204" pitchFamily="34" charset="0"/>
              </a:rPr>
              <a:t>Future scope :</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F8B3A053-9691-CC4E-9C9B-F5378A04824E}"/>
              </a:ext>
            </a:extLst>
          </p:cNvPr>
          <p:cNvSpPr txBox="1"/>
          <p:nvPr/>
        </p:nvSpPr>
        <p:spPr>
          <a:xfrm>
            <a:off x="675957" y="1871589"/>
            <a:ext cx="8505365" cy="3416320"/>
          </a:xfrm>
          <a:prstGeom prst="rect">
            <a:avLst/>
          </a:prstGeom>
          <a:noFill/>
        </p:spPr>
        <p:txBody>
          <a:bodyPr wrap="squar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We can expand the dataset by adding data from coming years and various regions.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We can even perform a detailed analysis at the state and district level to spot regional patterns.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We can further study the impact of weather and environmental conditions on crop yield, in greater detail.</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We can further Analyse resource efficiency, especially how water and fertilizer are used.</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We can extend the analysis to include forecasting of crop yield and profits.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We can develop a interactive dashboard so that farmers and agricultural planners can use the findings easily and efficiently. </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Future analysis can combine datasets, regional information and predictive techniques to support better seasonal agricultural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2707954" y="1051511"/>
            <a:ext cx="4735798" cy="1383566"/>
          </a:xfrm>
        </p:spPr>
        <p:txBody>
          <a:bodyPr>
            <a:noAutofit/>
          </a:bodyPr>
          <a:lstStyle/>
          <a:p>
            <a:r>
              <a:rPr lang="en-IN" sz="7200" dirty="0">
                <a:latin typeface="Agency FB" panose="020B0503020202020204" pitchFamily="34" charset="0"/>
              </a:rPr>
              <a:t>GitHub Link :</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CE7EC9E-3D88-FE50-0546-6AF4367E42BA}"/>
              </a:ext>
            </a:extLst>
          </p:cNvPr>
          <p:cNvSpPr txBox="1"/>
          <p:nvPr/>
        </p:nvSpPr>
        <p:spPr>
          <a:xfrm>
            <a:off x="1511560" y="2928705"/>
            <a:ext cx="8509518" cy="1569660"/>
          </a:xfrm>
          <a:prstGeom prst="rect">
            <a:avLst/>
          </a:prstGeom>
          <a:noFill/>
        </p:spPr>
        <p:txBody>
          <a:bodyPr wrap="square" rtlCol="0">
            <a:spAutoFit/>
          </a:bodyPr>
          <a:lstStyle/>
          <a:p>
            <a:r>
              <a:rPr lang="en-IN" sz="3200" dirty="0">
                <a:hlinkClick r:id="rId3"/>
              </a:rPr>
              <a:t>https://github.com/karenacharya24-boop/Karen_Acharya_VOIS_Major_Project.git</a:t>
            </a:r>
            <a:endParaRPr lang="en-IN" sz="3200" dirty="0"/>
          </a:p>
          <a:p>
            <a:endParaRPr lang="en-IN" sz="32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1841779" y="390713"/>
            <a:ext cx="8351388" cy="884658"/>
          </a:xfrm>
        </p:spPr>
        <p:txBody>
          <a:bodyPr>
            <a:normAutofit fontScale="90000"/>
          </a:bodyPr>
          <a:lstStyle/>
          <a:p>
            <a:pPr algn="ctr"/>
            <a:r>
              <a:rPr lang="en-IN" sz="3200" dirty="0">
                <a:latin typeface="Agency FB" panose="020B0503020202020204" pitchFamily="34" charset="0"/>
              </a:rPr>
              <a:t>VOIS Course completion certificate - </a:t>
            </a:r>
            <a:br>
              <a:rPr lang="en-IN" sz="3200" dirty="0">
                <a:latin typeface="Agency FB" panose="020B0503020202020204" pitchFamily="34" charset="0"/>
              </a:rPr>
            </a:br>
            <a:r>
              <a:rPr lang="en-IN" sz="3200" dirty="0">
                <a:latin typeface="Agency FB" panose="020B0503020202020204" pitchFamily="34"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5856C27-F369-57E9-8658-E97C2E59BDB5}"/>
              </a:ext>
            </a:extLst>
          </p:cNvPr>
          <p:cNvPicPr>
            <a:picLocks noChangeAspect="1"/>
          </p:cNvPicPr>
          <p:nvPr/>
        </p:nvPicPr>
        <p:blipFill>
          <a:blip r:embed="rId3"/>
          <a:stretch>
            <a:fillRect/>
          </a:stretch>
        </p:blipFill>
        <p:spPr>
          <a:xfrm>
            <a:off x="2922654" y="1608410"/>
            <a:ext cx="6189639" cy="437756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804717"/>
            <a:ext cx="11340000" cy="700114"/>
          </a:xfrm>
          <a:prstGeom prst="rect">
            <a:avLst/>
          </a:prstGeom>
        </p:spPr>
        <p:txBody>
          <a:bodyPr anchor="ctr">
            <a:noAutofit/>
          </a:bodyPr>
          <a:lstStyle/>
          <a:p>
            <a:pPr algn="ctr"/>
            <a:r>
              <a:rPr lang="en-US" sz="5400" b="1" dirty="0">
                <a:solidFill>
                  <a:schemeClr val="tx1"/>
                </a:solidFill>
                <a:latin typeface="Agency FB" panose="020B0503020202020204" pitchFamily="34"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819082" y="2046124"/>
            <a:ext cx="5989016" cy="3430946"/>
          </a:xfrm>
        </p:spPr>
        <p:txBody>
          <a:bodyPr>
            <a:noAutofit/>
          </a:bodyPr>
          <a:lstStyle/>
          <a:p>
            <a:r>
              <a:rPr lang="en-US" dirty="0">
                <a:solidFill>
                  <a:schemeClr val="tx1"/>
                </a:solidFill>
                <a:latin typeface="Times New Roman" panose="02020603050405020304" pitchFamily="18" charset="0"/>
                <a:cs typeface="Times New Roman" panose="02020603050405020304" pitchFamily="18" charset="0"/>
              </a:rPr>
              <a:t>[Karen Acharya]</a:t>
            </a:r>
          </a:p>
          <a:p>
            <a:r>
              <a:rPr lang="en-US" dirty="0">
                <a:solidFill>
                  <a:schemeClr val="tx1"/>
                </a:solidFill>
                <a:latin typeface="Times New Roman" panose="02020603050405020304" pitchFamily="18" charset="0"/>
                <a:cs typeface="Times New Roman" panose="02020603050405020304" pitchFamily="18" charset="0"/>
              </a:rPr>
              <a:t>AICTE STU ID : </a:t>
            </a:r>
            <a:r>
              <a:rPr lang="en-IN" b="0" dirty="0">
                <a:solidFill>
                  <a:schemeClr val="tx1"/>
                </a:solidFill>
                <a:latin typeface="Times New Roman" panose="02020603050405020304" pitchFamily="18" charset="0"/>
                <a:cs typeface="Times New Roman" panose="02020603050405020304" pitchFamily="18" charset="0"/>
              </a:rPr>
              <a:t>STU6a66eedfe85331785130719</a:t>
            </a:r>
          </a:p>
          <a:p>
            <a:r>
              <a:rPr lang="en-IN" dirty="0">
                <a:solidFill>
                  <a:schemeClr val="tx1"/>
                </a:solidFill>
                <a:latin typeface="Times New Roman" panose="02020603050405020304" pitchFamily="18" charset="0"/>
                <a:cs typeface="Times New Roman" panose="02020603050405020304" pitchFamily="18" charset="0"/>
              </a:rPr>
              <a:t>Email: </a:t>
            </a:r>
            <a:r>
              <a:rPr lang="en-IN" b="0"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karenacharya24@gmail.com</a:t>
            </a:r>
            <a:endParaRPr lang="en-IN" b="0"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Mobile No.: </a:t>
            </a:r>
            <a:r>
              <a:rPr lang="en-IN" b="0" dirty="0">
                <a:solidFill>
                  <a:schemeClr val="tx1"/>
                </a:solidFill>
                <a:latin typeface="Times New Roman" panose="02020603050405020304" pitchFamily="18" charset="0"/>
                <a:cs typeface="Times New Roman" panose="02020603050405020304" pitchFamily="18" charset="0"/>
              </a:rPr>
              <a:t>8697355268</a:t>
            </a:r>
          </a:p>
          <a:p>
            <a:r>
              <a:rPr lang="en-IN" dirty="0">
                <a:solidFill>
                  <a:schemeClr val="tx1"/>
                </a:solidFill>
                <a:latin typeface="Times New Roman" panose="02020603050405020304" pitchFamily="18" charset="0"/>
                <a:cs typeface="Times New Roman" panose="02020603050405020304" pitchFamily="18" charset="0"/>
              </a:rPr>
              <a:t>Github Link: </a:t>
            </a:r>
            <a:r>
              <a:rPr lang="en-IN" dirty="0">
                <a:solidFill>
                  <a:schemeClr val="tx1"/>
                </a:solidFill>
                <a:latin typeface="Times New Roman" panose="02020603050405020304" pitchFamily="18" charset="0"/>
                <a:cs typeface="Times New Roman" panose="02020603050405020304" pitchFamily="18" charset="0"/>
                <a:hlinkClick r:id="rId4"/>
              </a:rPr>
              <a:t>https://github.com/karenacharya24-boop/Karen_Acharya_VOIS_Major_Project.git</a:t>
            </a:r>
            <a:endParaRPr lang="en-IN" dirty="0">
              <a:solidFill>
                <a:schemeClr val="tx1"/>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723</TotalTime>
  <Words>552</Words>
  <Application>Microsoft Office PowerPoint</Application>
  <PresentationFormat>Widescreen</PresentationFormat>
  <Paragraphs>58</Paragraphs>
  <Slides>21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Agency FB</vt:lpstr>
      <vt:lpstr>Arial</vt:lpstr>
      <vt:lpstr>Calibri</vt:lpstr>
      <vt:lpstr>Times New Roman</vt:lpstr>
      <vt:lpstr>Trebuchet MS</vt:lpstr>
      <vt:lpstr>Wingdings</vt:lpstr>
      <vt:lpstr>Wingdings 3</vt:lpstr>
      <vt:lpstr>Facet</vt:lpstr>
      <vt:lpstr>Seasonal Agriculture Performance Analysis</vt:lpstr>
      <vt:lpstr>Problem  statement :</vt:lpstr>
      <vt:lpstr>Project Description : </vt:lpstr>
      <vt:lpstr>Who are the End users?</vt:lpstr>
      <vt:lpstr>Technology Used :</vt:lpstr>
      <vt:lpstr>RESULTS : </vt:lpstr>
      <vt:lpstr>RESULTS : </vt:lpstr>
      <vt:lpstr>RESULTS : </vt:lpstr>
      <vt:lpstr>RESULTS : </vt:lpstr>
      <vt:lpstr>RESULTS : </vt:lpstr>
      <vt:lpstr>RESULTS : </vt:lpstr>
      <vt:lpstr>RESULTS : </vt:lpstr>
      <vt:lpstr>RESULTS : </vt:lpstr>
      <vt:lpstr>RESULTS : </vt:lpstr>
      <vt:lpstr>RESULTS : </vt:lpstr>
      <vt:lpstr>RESULTS : </vt:lpstr>
      <vt:lpstr>RESULTS : </vt:lpstr>
      <vt:lpstr>Future scope :</vt:lpstr>
      <vt:lpstr>GitHub Link :</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Karen Acharya</cp:lastModifiedBy>
  <cp:revision>98</cp:revision>
  <dcterms:created xsi:type="dcterms:W3CDTF">2021-07-11T13:13:15Z</dcterms:created>
  <dcterms:modified xsi:type="dcterms:W3CDTF">2026-09-09T17:50:55Z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