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02" r:id="rId9"/>
    <p:sldId id="339" r:id="rId10"/>
    <p:sldId id="344" r:id="rId11"/>
    <p:sldId id="345" r:id="rId12"/>
    <p:sldId id="346" r:id="rId13"/>
    <p:sldId id="352" r:id="rId14"/>
    <p:sldId id="349" r:id="rId15"/>
    <p:sldId id="350" r:id="rId16"/>
    <p:sldId id="351" r:id="rId17"/>
    <p:sldId id="353" r:id="rId18"/>
    <p:sldId id="354" r:id="rId19"/>
    <p:sldId id="342"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1BBEE6-8E8D-460E-8B02-BCD98A68DC48}" v="240" dt="2026-10-09T18:07:10.364"/>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en Acharya" userId="52915841b2fbfcda" providerId="LiveId" clId="{9D6B1FFB-5FC6-46F4-9391-D21B76BB02E5}"/>
    <pc:docChg chg="undo custSel addSld delSld modSld sldOrd">
      <pc:chgData name="Karen Acharya" userId="52915841b2fbfcda" providerId="LiveId" clId="{9D6B1FFB-5FC6-46F4-9391-D21B76BB02E5}" dt="2026-10-09T18:07:10.358" v="1228" actId="20577"/>
      <pc:docMkLst>
        <pc:docMk/>
      </pc:docMkLst>
      <pc:sldChg chg="modSp mod modAnim">
        <pc:chgData name="Karen Acharya" userId="52915841b2fbfcda" providerId="LiveId" clId="{9D6B1FFB-5FC6-46F4-9391-D21B76BB02E5}" dt="2026-10-09T17:16:31.973" v="747" actId="207"/>
        <pc:sldMkLst>
          <pc:docMk/>
          <pc:sldMk cId="1341901065" sldId="302"/>
        </pc:sldMkLst>
        <pc:spChg chg="mod">
          <ac:chgData name="Karen Acharya" userId="52915841b2fbfcda" providerId="LiveId" clId="{9D6B1FFB-5FC6-46F4-9391-D21B76BB02E5}" dt="2026-09-09T16:16:59.236" v="83" actId="1076"/>
          <ac:spMkLst>
            <pc:docMk/>
            <pc:sldMk cId="1341901065" sldId="302"/>
            <ac:spMk id="7" creationId="{B21C28F5-3CA3-4B78-B5C9-550C00BB3174}"/>
          </ac:spMkLst>
        </pc:spChg>
        <pc:spChg chg="mod">
          <ac:chgData name="Karen Acharya" userId="52915841b2fbfcda" providerId="LiveId" clId="{9D6B1FFB-5FC6-46F4-9391-D21B76BB02E5}" dt="2026-10-09T17:16:31.973" v="747" actId="207"/>
          <ac:spMkLst>
            <pc:docMk/>
            <pc:sldMk cId="1341901065" sldId="302"/>
            <ac:spMk id="9" creationId="{FEF304F5-32C5-4869-B185-859B567855A8}"/>
          </ac:spMkLst>
        </pc:spChg>
      </pc:sldChg>
      <pc:sldChg chg="modSp mod">
        <pc:chgData name="Karen Acharya" userId="52915841b2fbfcda" providerId="LiveId" clId="{9D6B1FFB-5FC6-46F4-9391-D21B76BB02E5}" dt="2026-10-09T18:07:10.358" v="1228" actId="20577"/>
        <pc:sldMkLst>
          <pc:docMk/>
          <pc:sldMk cId="3401748718" sldId="304"/>
        </pc:sldMkLst>
        <pc:spChg chg="mod">
          <ac:chgData name="Karen Acharya" userId="52915841b2fbfcda" providerId="LiveId" clId="{9D6B1FFB-5FC6-46F4-9391-D21B76BB02E5}" dt="2026-10-09T18:07:10.358" v="1228" actId="20577"/>
          <ac:spMkLst>
            <pc:docMk/>
            <pc:sldMk cId="3401748718" sldId="304"/>
            <ac:spMk id="12" creationId="{BC277FD7-925B-4C3D-A364-118403201507}"/>
          </ac:spMkLst>
        </pc:spChg>
      </pc:sldChg>
      <pc:sldChg chg="modSp mod modAnim">
        <pc:chgData name="Karen Acharya" userId="52915841b2fbfcda" providerId="LiveId" clId="{9D6B1FFB-5FC6-46F4-9391-D21B76BB02E5}" dt="2026-10-09T17:10:05.677" v="698" actId="1076"/>
        <pc:sldMkLst>
          <pc:docMk/>
          <pc:sldMk cId="3696770303" sldId="315"/>
        </pc:sldMkLst>
        <pc:spChg chg="mod">
          <ac:chgData name="Karen Acharya" userId="52915841b2fbfcda" providerId="LiveId" clId="{9D6B1FFB-5FC6-46F4-9391-D21B76BB02E5}" dt="2026-10-09T17:09:58.782" v="697" actId="1076"/>
          <ac:spMkLst>
            <pc:docMk/>
            <pc:sldMk cId="3696770303" sldId="315"/>
            <ac:spMk id="2" creationId="{E048D411-9573-3AA5-8F2C-E9B260086562}"/>
          </ac:spMkLst>
        </pc:spChg>
        <pc:spChg chg="mod">
          <ac:chgData name="Karen Acharya" userId="52915841b2fbfcda" providerId="LiveId" clId="{9D6B1FFB-5FC6-46F4-9391-D21B76BB02E5}" dt="2026-10-09T17:10:05.677" v="698" actId="1076"/>
          <ac:spMkLst>
            <pc:docMk/>
            <pc:sldMk cId="3696770303" sldId="315"/>
            <ac:spMk id="3" creationId="{EBF2FBC7-3552-4F01-BB27-8BEEE74F7277}"/>
          </ac:spMkLst>
        </pc:spChg>
      </pc:sldChg>
      <pc:sldChg chg="modSp mod modAnim">
        <pc:chgData name="Karen Acharya" userId="52915841b2fbfcda" providerId="LiveId" clId="{9D6B1FFB-5FC6-46F4-9391-D21B76BB02E5}" dt="2026-10-09T17:04:25.164" v="527" actId="255"/>
        <pc:sldMkLst>
          <pc:docMk/>
          <pc:sldMk cId="3098548442" sldId="327"/>
        </pc:sldMkLst>
        <pc:spChg chg="mod">
          <ac:chgData name="Karen Acharya" userId="52915841b2fbfcda" providerId="LiveId" clId="{9D6B1FFB-5FC6-46F4-9391-D21B76BB02E5}" dt="2026-10-09T17:04:25.164" v="527" actId="255"/>
          <ac:spMkLst>
            <pc:docMk/>
            <pc:sldMk cId="3098548442" sldId="327"/>
            <ac:spMk id="2" creationId="{E46E4DD1-270B-4C80-AFF0-EB26F132AF36}"/>
          </ac:spMkLst>
        </pc:spChg>
        <pc:spChg chg="mod">
          <ac:chgData name="Karen Acharya" userId="52915841b2fbfcda" providerId="LiveId" clId="{9D6B1FFB-5FC6-46F4-9391-D21B76BB02E5}" dt="2026-10-09T17:01:12.094" v="508" actId="207"/>
          <ac:spMkLst>
            <pc:docMk/>
            <pc:sldMk cId="3098548442" sldId="327"/>
            <ac:spMk id="4" creationId="{777CC02B-F7C6-47A8-8C3E-C57C417D9EA3}"/>
          </ac:spMkLst>
        </pc:spChg>
      </pc:sldChg>
      <pc:sldChg chg="modSp mod modAnim">
        <pc:chgData name="Karen Acharya" userId="52915841b2fbfcda" providerId="LiveId" clId="{9D6B1FFB-5FC6-46F4-9391-D21B76BB02E5}" dt="2026-10-09T17:16:21.185" v="746" actId="207"/>
        <pc:sldMkLst>
          <pc:docMk/>
          <pc:sldMk cId="48075006" sldId="329"/>
        </pc:sldMkLst>
        <pc:spChg chg="mod">
          <ac:chgData name="Karen Acharya" userId="52915841b2fbfcda" providerId="LiveId" clId="{9D6B1FFB-5FC6-46F4-9391-D21B76BB02E5}" dt="2026-10-09T17:15:49.841" v="745" actId="14100"/>
          <ac:spMkLst>
            <pc:docMk/>
            <pc:sldMk cId="48075006" sldId="329"/>
            <ac:spMk id="2" creationId="{664E3B60-2780-459A-8583-F095D5E7463A}"/>
          </ac:spMkLst>
        </pc:spChg>
        <pc:spChg chg="mod">
          <ac:chgData name="Karen Acharya" userId="52915841b2fbfcda" providerId="LiveId" clId="{9D6B1FFB-5FC6-46F4-9391-D21B76BB02E5}" dt="2026-10-09T17:16:21.185" v="746" actId="207"/>
          <ac:spMkLst>
            <pc:docMk/>
            <pc:sldMk cId="48075006" sldId="329"/>
            <ac:spMk id="4" creationId="{1A4A072B-83C6-4607-AE6A-5AD61CC72C44}"/>
          </ac:spMkLst>
        </pc:spChg>
      </pc:sldChg>
      <pc:sldChg chg="modSp mod modAnim">
        <pc:chgData name="Karen Acharya" userId="52915841b2fbfcda" providerId="LiveId" clId="{9D6B1FFB-5FC6-46F4-9391-D21B76BB02E5}" dt="2026-10-09T17:00:49.204" v="506" actId="14100"/>
        <pc:sldMkLst>
          <pc:docMk/>
          <pc:sldMk cId="1604013440" sldId="338"/>
        </pc:sldMkLst>
        <pc:spChg chg="mod">
          <ac:chgData name="Karen Acharya" userId="52915841b2fbfcda" providerId="LiveId" clId="{9D6B1FFB-5FC6-46F4-9391-D21B76BB02E5}" dt="2026-09-09T16:10:49.243" v="6" actId="1076"/>
          <ac:spMkLst>
            <pc:docMk/>
            <pc:sldMk cId="1604013440" sldId="338"/>
            <ac:spMk id="2" creationId="{7201737A-B873-4D1D-8A41-5ABF5184BC8F}"/>
          </ac:spMkLst>
        </pc:spChg>
        <pc:spChg chg="mod">
          <ac:chgData name="Karen Acharya" userId="52915841b2fbfcda" providerId="LiveId" clId="{9D6B1FFB-5FC6-46F4-9391-D21B76BB02E5}" dt="2026-10-09T16:58:57.102" v="502" actId="20577"/>
          <ac:spMkLst>
            <pc:docMk/>
            <pc:sldMk cId="1604013440" sldId="338"/>
            <ac:spMk id="3" creationId="{17F04107-8754-E47D-3375-529E689711FA}"/>
          </ac:spMkLst>
        </pc:spChg>
        <pc:spChg chg="mod">
          <ac:chgData name="Karen Acharya" userId="52915841b2fbfcda" providerId="LiveId" clId="{9D6B1FFB-5FC6-46F4-9391-D21B76BB02E5}" dt="2026-10-09T17:00:49.204" v="506" actId="14100"/>
          <ac:spMkLst>
            <pc:docMk/>
            <pc:sldMk cId="1604013440" sldId="338"/>
            <ac:spMk id="4" creationId="{92056599-CDAA-4367-BEF8-31D6E32518C8}"/>
          </ac:spMkLst>
        </pc:spChg>
      </pc:sldChg>
      <pc:sldChg chg="addSp delSp modSp mod delAnim">
        <pc:chgData name="Karen Acharya" userId="52915841b2fbfcda" providerId="LiveId" clId="{9D6B1FFB-5FC6-46F4-9391-D21B76BB02E5}" dt="2026-10-09T17:27:06.828" v="942" actId="1076"/>
        <pc:sldMkLst>
          <pc:docMk/>
          <pc:sldMk cId="1086225493" sldId="339"/>
        </pc:sldMkLst>
        <pc:spChg chg="mod">
          <ac:chgData name="Karen Acharya" userId="52915841b2fbfcda" providerId="LiveId" clId="{9D6B1FFB-5FC6-46F4-9391-D21B76BB02E5}" dt="2026-09-09T16:48:09.647" v="90" actId="20577"/>
          <ac:spMkLst>
            <pc:docMk/>
            <pc:sldMk cId="1086225493" sldId="339"/>
            <ac:spMk id="4" creationId="{AFE3A2AF-177E-45E6-A191-0F8523DB7FFA}"/>
          </ac:spMkLst>
        </pc:spChg>
        <pc:picChg chg="add mod">
          <ac:chgData name="Karen Acharya" userId="52915841b2fbfcda" providerId="LiveId" clId="{9D6B1FFB-5FC6-46F4-9391-D21B76BB02E5}" dt="2026-10-09T17:27:04.618" v="941" actId="1076"/>
          <ac:picMkLst>
            <pc:docMk/>
            <pc:sldMk cId="1086225493" sldId="339"/>
            <ac:picMk id="3" creationId="{DF760FB3-7A53-1FF5-5884-7ABDC11A9D7A}"/>
          </ac:picMkLst>
        </pc:picChg>
        <pc:picChg chg="add mod">
          <ac:chgData name="Karen Acharya" userId="52915841b2fbfcda" providerId="LiveId" clId="{9D6B1FFB-5FC6-46F4-9391-D21B76BB02E5}" dt="2026-10-09T17:27:02.627" v="940" actId="1076"/>
          <ac:picMkLst>
            <pc:docMk/>
            <pc:sldMk cId="1086225493" sldId="339"/>
            <ac:picMk id="7" creationId="{8EF94218-352D-3A75-4EE0-75A89255314F}"/>
          </ac:picMkLst>
        </pc:picChg>
        <pc:picChg chg="add del mod modCrop">
          <ac:chgData name="Karen Acharya" userId="52915841b2fbfcda" providerId="LiveId" clId="{9D6B1FFB-5FC6-46F4-9391-D21B76BB02E5}" dt="2026-10-09T17:21:41.058" v="905" actId="21"/>
          <ac:picMkLst>
            <pc:docMk/>
            <pc:sldMk cId="1086225493" sldId="339"/>
            <ac:picMk id="9" creationId="{3DA7ED90-5001-1C55-F273-30204893A988}"/>
          </ac:picMkLst>
        </pc:picChg>
        <pc:picChg chg="add mod">
          <ac:chgData name="Karen Acharya" userId="52915841b2fbfcda" providerId="LiveId" clId="{9D6B1FFB-5FC6-46F4-9391-D21B76BB02E5}" dt="2026-10-09T17:27:06.828" v="942" actId="1076"/>
          <ac:picMkLst>
            <pc:docMk/>
            <pc:sldMk cId="1086225493" sldId="339"/>
            <ac:picMk id="11" creationId="{9A844946-F66D-4A39-A712-AAB4DB47732F}"/>
          </ac:picMkLst>
        </pc:picChg>
        <pc:picChg chg="add del mod">
          <ac:chgData name="Karen Acharya" userId="52915841b2fbfcda" providerId="LiveId" clId="{9D6B1FFB-5FC6-46F4-9391-D21B76BB02E5}" dt="2026-10-09T17:21:38.892" v="904" actId="21"/>
          <ac:picMkLst>
            <pc:docMk/>
            <pc:sldMk cId="1086225493" sldId="339"/>
            <ac:picMk id="12" creationId="{2506CBC9-B37D-268B-AAD9-E3A747FC6A8B}"/>
          </ac:picMkLst>
        </pc:picChg>
      </pc:sldChg>
      <pc:sldChg chg="del">
        <pc:chgData name="Karen Acharya" userId="52915841b2fbfcda" providerId="LiveId" clId="{9D6B1FFB-5FC6-46F4-9391-D21B76BB02E5}" dt="2026-10-09T17:20:55.019" v="903" actId="2696"/>
        <pc:sldMkLst>
          <pc:docMk/>
          <pc:sldMk cId="776828144" sldId="341"/>
        </pc:sldMkLst>
      </pc:sldChg>
      <pc:sldChg chg="addSp delSp modSp mod">
        <pc:chgData name="Karen Acharya" userId="52915841b2fbfcda" providerId="LiveId" clId="{9D6B1FFB-5FC6-46F4-9391-D21B76BB02E5}" dt="2026-10-09T18:06:14.480" v="1226"/>
        <pc:sldMkLst>
          <pc:docMk/>
          <pc:sldMk cId="3863610428" sldId="342"/>
        </pc:sldMkLst>
        <pc:spChg chg="add mod">
          <ac:chgData name="Karen Acharya" userId="52915841b2fbfcda" providerId="LiveId" clId="{9D6B1FFB-5FC6-46F4-9391-D21B76BB02E5}" dt="2026-10-09T18:06:10.576" v="1224" actId="120"/>
          <ac:spMkLst>
            <pc:docMk/>
            <pc:sldMk cId="3863610428" sldId="342"/>
            <ac:spMk id="2" creationId="{7CE7EC9E-3D88-FE50-0546-6AF4367E42BA}"/>
          </ac:spMkLst>
        </pc:spChg>
        <pc:spChg chg="add del mod">
          <ac:chgData name="Karen Acharya" userId="52915841b2fbfcda" providerId="LiveId" clId="{9D6B1FFB-5FC6-46F4-9391-D21B76BB02E5}" dt="2026-10-09T18:06:14.480" v="1226"/>
          <ac:spMkLst>
            <pc:docMk/>
            <pc:sldMk cId="3863610428" sldId="342"/>
            <ac:spMk id="3" creationId="{A22D25F7-C795-CA11-4E95-D26FB87BBD11}"/>
          </ac:spMkLst>
        </pc:spChg>
        <pc:spChg chg="mod">
          <ac:chgData name="Karen Acharya" userId="52915841b2fbfcda" providerId="LiveId" clId="{9D6B1FFB-5FC6-46F4-9391-D21B76BB02E5}" dt="2026-09-09T17:50:37.777" v="438" actId="1076"/>
          <ac:spMkLst>
            <pc:docMk/>
            <pc:sldMk cId="3863610428" sldId="342"/>
            <ac:spMk id="4" creationId="{901A2257-2F98-CB88-038E-C0F1D0A1A363}"/>
          </ac:spMkLst>
        </pc:spChg>
      </pc:sldChg>
      <pc:sldChg chg="del">
        <pc:chgData name="Karen Acharya" userId="52915841b2fbfcda" providerId="LiveId" clId="{9D6B1FFB-5FC6-46F4-9391-D21B76BB02E5}" dt="2026-10-09T17:17:05.186" v="748" actId="2696"/>
        <pc:sldMkLst>
          <pc:docMk/>
          <pc:sldMk cId="3962802212" sldId="343"/>
        </pc:sldMkLst>
      </pc:sldChg>
      <pc:sldChg chg="addSp delSp modSp add mod">
        <pc:chgData name="Karen Acharya" userId="52915841b2fbfcda" providerId="LiveId" clId="{9D6B1FFB-5FC6-46F4-9391-D21B76BB02E5}" dt="2026-10-09T17:28:41.848" v="965" actId="1076"/>
        <pc:sldMkLst>
          <pc:docMk/>
          <pc:sldMk cId="4069334382" sldId="344"/>
        </pc:sldMkLst>
        <pc:picChg chg="add del mod modCrop">
          <ac:chgData name="Karen Acharya" userId="52915841b2fbfcda" providerId="LiveId" clId="{9D6B1FFB-5FC6-46F4-9391-D21B76BB02E5}" dt="2026-10-09T17:21:45.664" v="906" actId="21"/>
          <ac:picMkLst>
            <pc:docMk/>
            <pc:sldMk cId="4069334382" sldId="344"/>
            <ac:picMk id="3" creationId="{82BCC8E6-4FD6-CCAA-F37C-C144EEDCBC77}"/>
          </ac:picMkLst>
        </pc:picChg>
        <pc:picChg chg="add mod">
          <ac:chgData name="Karen Acharya" userId="52915841b2fbfcda" providerId="LiveId" clId="{9D6B1FFB-5FC6-46F4-9391-D21B76BB02E5}" dt="2026-10-09T17:28:34.604" v="963" actId="1076"/>
          <ac:picMkLst>
            <pc:docMk/>
            <pc:sldMk cId="4069334382" sldId="344"/>
            <ac:picMk id="6" creationId="{829EFB28-B663-599F-1B34-7F3F557FF1B6}"/>
          </ac:picMkLst>
        </pc:picChg>
        <pc:picChg chg="add del mod modCrop">
          <ac:chgData name="Karen Acharya" userId="52915841b2fbfcda" providerId="LiveId" clId="{9D6B1FFB-5FC6-46F4-9391-D21B76BB02E5}" dt="2026-10-09T17:21:47.904" v="907" actId="21"/>
          <ac:picMkLst>
            <pc:docMk/>
            <pc:sldMk cId="4069334382" sldId="344"/>
            <ac:picMk id="7" creationId="{67B6278D-C09B-E13E-CC9F-9F487CABF8AA}"/>
          </ac:picMkLst>
        </pc:picChg>
        <pc:picChg chg="add mod">
          <ac:chgData name="Karen Acharya" userId="52915841b2fbfcda" providerId="LiveId" clId="{9D6B1FFB-5FC6-46F4-9391-D21B76BB02E5}" dt="2026-10-09T17:28:37.536" v="964" actId="1076"/>
          <ac:picMkLst>
            <pc:docMk/>
            <pc:sldMk cId="4069334382" sldId="344"/>
            <ac:picMk id="10" creationId="{1C2EEC50-05FB-B7EA-3503-BC6837AE4812}"/>
          </ac:picMkLst>
        </pc:picChg>
        <pc:picChg chg="add mod">
          <ac:chgData name="Karen Acharya" userId="52915841b2fbfcda" providerId="LiveId" clId="{9D6B1FFB-5FC6-46F4-9391-D21B76BB02E5}" dt="2026-10-09T17:28:41.848" v="965" actId="1076"/>
          <ac:picMkLst>
            <pc:docMk/>
            <pc:sldMk cId="4069334382" sldId="344"/>
            <ac:picMk id="12" creationId="{D4913680-86F2-684C-F5EA-530BDF9D3B77}"/>
          </ac:picMkLst>
        </pc:picChg>
      </pc:sldChg>
      <pc:sldChg chg="addSp delSp modSp add mod">
        <pc:chgData name="Karen Acharya" userId="52915841b2fbfcda" providerId="LiveId" clId="{9D6B1FFB-5FC6-46F4-9391-D21B76BB02E5}" dt="2026-10-09T17:30:33.123" v="989" actId="1076"/>
        <pc:sldMkLst>
          <pc:docMk/>
          <pc:sldMk cId="4284086715" sldId="345"/>
        </pc:sldMkLst>
        <pc:picChg chg="add del mod modCrop">
          <ac:chgData name="Karen Acharya" userId="52915841b2fbfcda" providerId="LiveId" clId="{9D6B1FFB-5FC6-46F4-9391-D21B76BB02E5}" dt="2026-10-09T17:21:51.406" v="908" actId="21"/>
          <ac:picMkLst>
            <pc:docMk/>
            <pc:sldMk cId="4284086715" sldId="345"/>
            <ac:picMk id="3" creationId="{B8EDCA2D-0978-679C-9B3F-4BD944A094F4}"/>
          </ac:picMkLst>
        </pc:picChg>
        <pc:picChg chg="add mod modCrop">
          <ac:chgData name="Karen Acharya" userId="52915841b2fbfcda" providerId="LiveId" clId="{9D6B1FFB-5FC6-46F4-9391-D21B76BB02E5}" dt="2026-10-09T17:30:33.123" v="989" actId="1076"/>
          <ac:picMkLst>
            <pc:docMk/>
            <pc:sldMk cId="4284086715" sldId="345"/>
            <ac:picMk id="6" creationId="{8706E5AB-4AE5-69D8-8F0B-14AD65FEDB47}"/>
          </ac:picMkLst>
        </pc:picChg>
        <pc:picChg chg="add del mod modCrop">
          <ac:chgData name="Karen Acharya" userId="52915841b2fbfcda" providerId="LiveId" clId="{9D6B1FFB-5FC6-46F4-9391-D21B76BB02E5}" dt="2026-10-09T17:21:53.252" v="909" actId="21"/>
          <ac:picMkLst>
            <pc:docMk/>
            <pc:sldMk cId="4284086715" sldId="345"/>
            <ac:picMk id="7" creationId="{9C60EEE1-D4A1-4E7B-8C27-7ED8050FEA7F}"/>
          </ac:picMkLst>
        </pc:picChg>
        <pc:picChg chg="add mod">
          <ac:chgData name="Karen Acharya" userId="52915841b2fbfcda" providerId="LiveId" clId="{9D6B1FFB-5FC6-46F4-9391-D21B76BB02E5}" dt="2026-10-09T17:30:28.398" v="988" actId="1076"/>
          <ac:picMkLst>
            <pc:docMk/>
            <pc:sldMk cId="4284086715" sldId="345"/>
            <ac:picMk id="10" creationId="{F456C3B3-DE5A-605D-53EC-EB6BA3CD6C86}"/>
          </ac:picMkLst>
        </pc:picChg>
        <pc:picChg chg="add mod">
          <ac:chgData name="Karen Acharya" userId="52915841b2fbfcda" providerId="LiveId" clId="{9D6B1FFB-5FC6-46F4-9391-D21B76BB02E5}" dt="2026-10-09T17:30:22.537" v="984" actId="1076"/>
          <ac:picMkLst>
            <pc:docMk/>
            <pc:sldMk cId="4284086715" sldId="345"/>
            <ac:picMk id="12" creationId="{DECF30CF-9C47-D991-C365-1CBD892ACC57}"/>
          </ac:picMkLst>
        </pc:picChg>
      </pc:sldChg>
      <pc:sldChg chg="addSp delSp modSp add mod">
        <pc:chgData name="Karen Acharya" userId="52915841b2fbfcda" providerId="LiveId" clId="{9D6B1FFB-5FC6-46F4-9391-D21B76BB02E5}" dt="2026-10-09T17:31:22.471" v="1001" actId="1076"/>
        <pc:sldMkLst>
          <pc:docMk/>
          <pc:sldMk cId="1381160387" sldId="346"/>
        </pc:sldMkLst>
        <pc:picChg chg="add del mod modCrop">
          <ac:chgData name="Karen Acharya" userId="52915841b2fbfcda" providerId="LiveId" clId="{9D6B1FFB-5FC6-46F4-9391-D21B76BB02E5}" dt="2026-10-09T17:22:00.159" v="911" actId="21"/>
          <ac:picMkLst>
            <pc:docMk/>
            <pc:sldMk cId="1381160387" sldId="346"/>
            <ac:picMk id="3" creationId="{470AD89D-9BAF-10ED-3A9D-3AF955076FF5}"/>
          </ac:picMkLst>
        </pc:picChg>
        <pc:picChg chg="add mod">
          <ac:chgData name="Karen Acharya" userId="52915841b2fbfcda" providerId="LiveId" clId="{9D6B1FFB-5FC6-46F4-9391-D21B76BB02E5}" dt="2026-10-09T17:31:16.215" v="1000" actId="1076"/>
          <ac:picMkLst>
            <pc:docMk/>
            <pc:sldMk cId="1381160387" sldId="346"/>
            <ac:picMk id="6" creationId="{BF651A28-2E9A-7CC5-AE93-E4C56438CC58}"/>
          </ac:picMkLst>
        </pc:picChg>
        <pc:picChg chg="add del mod modCrop">
          <ac:chgData name="Karen Acharya" userId="52915841b2fbfcda" providerId="LiveId" clId="{9D6B1FFB-5FC6-46F4-9391-D21B76BB02E5}" dt="2026-10-09T17:21:57.837" v="910" actId="21"/>
          <ac:picMkLst>
            <pc:docMk/>
            <pc:sldMk cId="1381160387" sldId="346"/>
            <ac:picMk id="7" creationId="{5A5C8409-7ABA-C5B8-DE99-46B47B3BF586}"/>
          </ac:picMkLst>
        </pc:picChg>
        <pc:picChg chg="add mod">
          <ac:chgData name="Karen Acharya" userId="52915841b2fbfcda" providerId="LiveId" clId="{9D6B1FFB-5FC6-46F4-9391-D21B76BB02E5}" dt="2026-10-09T17:31:22.471" v="1001" actId="1076"/>
          <ac:picMkLst>
            <pc:docMk/>
            <pc:sldMk cId="1381160387" sldId="346"/>
            <ac:picMk id="10" creationId="{9BCF709E-C6C4-F3DD-B0E6-ED35D506ADA7}"/>
          </ac:picMkLst>
        </pc:picChg>
      </pc:sldChg>
      <pc:sldChg chg="addSp delSp modSp add del mod">
        <pc:chgData name="Karen Acharya" userId="52915841b2fbfcda" providerId="LiveId" clId="{9D6B1FFB-5FC6-46F4-9391-D21B76BB02E5}" dt="2026-10-09T17:30:40.633" v="990" actId="2696"/>
        <pc:sldMkLst>
          <pc:docMk/>
          <pc:sldMk cId="2530814245" sldId="347"/>
        </pc:sldMkLst>
        <pc:picChg chg="add del mod modCrop">
          <ac:chgData name="Karen Acharya" userId="52915841b2fbfcda" providerId="LiveId" clId="{9D6B1FFB-5FC6-46F4-9391-D21B76BB02E5}" dt="2026-10-09T17:22:05.725" v="912" actId="21"/>
          <ac:picMkLst>
            <pc:docMk/>
            <pc:sldMk cId="2530814245" sldId="347"/>
            <ac:picMk id="3" creationId="{C782533B-F985-0D28-E228-FD1654E2F10B}"/>
          </ac:picMkLst>
        </pc:picChg>
        <pc:picChg chg="add del mod modCrop">
          <ac:chgData name="Karen Acharya" userId="52915841b2fbfcda" providerId="LiveId" clId="{9D6B1FFB-5FC6-46F4-9391-D21B76BB02E5}" dt="2026-10-09T17:22:10.163" v="913" actId="21"/>
          <ac:picMkLst>
            <pc:docMk/>
            <pc:sldMk cId="2530814245" sldId="347"/>
            <ac:picMk id="7" creationId="{ECE8CF30-0A8E-FE22-274D-D72416CDAD8C}"/>
          </ac:picMkLst>
        </pc:picChg>
      </pc:sldChg>
      <pc:sldChg chg="addSp delSp modSp add del mod">
        <pc:chgData name="Karen Acharya" userId="52915841b2fbfcda" providerId="LiveId" clId="{9D6B1FFB-5FC6-46F4-9391-D21B76BB02E5}" dt="2026-10-09T17:30:43.521" v="991" actId="2696"/>
        <pc:sldMkLst>
          <pc:docMk/>
          <pc:sldMk cId="3249275296" sldId="348"/>
        </pc:sldMkLst>
        <pc:picChg chg="add del mod modCrop">
          <ac:chgData name="Karen Acharya" userId="52915841b2fbfcda" providerId="LiveId" clId="{9D6B1FFB-5FC6-46F4-9391-D21B76BB02E5}" dt="2026-10-09T17:22:18.206" v="916" actId="21"/>
          <ac:picMkLst>
            <pc:docMk/>
            <pc:sldMk cId="3249275296" sldId="348"/>
            <ac:picMk id="3" creationId="{4001B0FD-C2BB-D5AA-182B-0285C272D22D}"/>
          </ac:picMkLst>
        </pc:picChg>
        <pc:picChg chg="add del mod modCrop">
          <ac:chgData name="Karen Acharya" userId="52915841b2fbfcda" providerId="LiveId" clId="{9D6B1FFB-5FC6-46F4-9391-D21B76BB02E5}" dt="2026-10-09T17:22:15.686" v="915" actId="21"/>
          <ac:picMkLst>
            <pc:docMk/>
            <pc:sldMk cId="3249275296" sldId="348"/>
            <ac:picMk id="7" creationId="{77951913-CE01-C4DC-C6B8-CC09856527D4}"/>
          </ac:picMkLst>
        </pc:picChg>
        <pc:picChg chg="add del mod modCrop">
          <ac:chgData name="Karen Acharya" userId="52915841b2fbfcda" providerId="LiveId" clId="{9D6B1FFB-5FC6-46F4-9391-D21B76BB02E5}" dt="2026-10-09T17:22:13.722" v="914" actId="21"/>
          <ac:picMkLst>
            <pc:docMk/>
            <pc:sldMk cId="3249275296" sldId="348"/>
            <ac:picMk id="10" creationId="{E65B1E6D-687E-BCF9-8375-DE51FF8E9134}"/>
          </ac:picMkLst>
        </pc:picChg>
      </pc:sldChg>
      <pc:sldChg chg="addSp delSp modSp add mod">
        <pc:chgData name="Karen Acharya" userId="52915841b2fbfcda" providerId="LiveId" clId="{9D6B1FFB-5FC6-46F4-9391-D21B76BB02E5}" dt="2026-10-09T17:52:50.976" v="1212" actId="1076"/>
        <pc:sldMkLst>
          <pc:docMk/>
          <pc:sldMk cId="4199410458" sldId="349"/>
        </pc:sldMkLst>
        <pc:picChg chg="add del mod">
          <ac:chgData name="Karen Acharya" userId="52915841b2fbfcda" providerId="LiveId" clId="{9D6B1FFB-5FC6-46F4-9391-D21B76BB02E5}" dt="2026-10-09T17:32:01.459" v="1005" actId="478"/>
          <ac:picMkLst>
            <pc:docMk/>
            <pc:sldMk cId="4199410458" sldId="349"/>
            <ac:picMk id="2" creationId="{19A33AF6-9C74-09E7-A000-6C117596EA97}"/>
          </ac:picMkLst>
        </pc:picChg>
        <pc:picChg chg="add del mod">
          <ac:chgData name="Karen Acharya" userId="52915841b2fbfcda" providerId="LiveId" clId="{9D6B1FFB-5FC6-46F4-9391-D21B76BB02E5}" dt="2026-10-09T17:32:03.235" v="1006" actId="478"/>
          <ac:picMkLst>
            <pc:docMk/>
            <pc:sldMk cId="4199410458" sldId="349"/>
            <ac:picMk id="3" creationId="{8224E80F-4225-9310-07AF-ED64925E0BA4}"/>
          </ac:picMkLst>
        </pc:picChg>
        <pc:picChg chg="add del mod">
          <ac:chgData name="Karen Acharya" userId="52915841b2fbfcda" providerId="LiveId" clId="{9D6B1FFB-5FC6-46F4-9391-D21B76BB02E5}" dt="2026-10-09T17:32:05.061" v="1007" actId="478"/>
          <ac:picMkLst>
            <pc:docMk/>
            <pc:sldMk cId="4199410458" sldId="349"/>
            <ac:picMk id="6" creationId="{A31BD698-B8E6-ABF9-E477-62931677027E}"/>
          </ac:picMkLst>
        </pc:picChg>
        <pc:picChg chg="add del mod">
          <ac:chgData name="Karen Acharya" userId="52915841b2fbfcda" providerId="LiveId" clId="{9D6B1FFB-5FC6-46F4-9391-D21B76BB02E5}" dt="2026-10-09T17:32:06.856" v="1008" actId="478"/>
          <ac:picMkLst>
            <pc:docMk/>
            <pc:sldMk cId="4199410458" sldId="349"/>
            <ac:picMk id="7" creationId="{08B27552-7B97-21A0-5C53-4B99E2C94728}"/>
          </ac:picMkLst>
        </pc:picChg>
        <pc:picChg chg="add mod modCrop">
          <ac:chgData name="Karen Acharya" userId="52915841b2fbfcda" providerId="LiveId" clId="{9D6B1FFB-5FC6-46F4-9391-D21B76BB02E5}" dt="2026-10-09T17:52:46.246" v="1210" actId="14100"/>
          <ac:picMkLst>
            <pc:docMk/>
            <pc:sldMk cId="4199410458" sldId="349"/>
            <ac:picMk id="10" creationId="{CC3DD0B8-8E96-4FC5-2B0E-F753224CBFCE}"/>
          </ac:picMkLst>
        </pc:picChg>
        <pc:picChg chg="add mod modCrop">
          <ac:chgData name="Karen Acharya" userId="52915841b2fbfcda" providerId="LiveId" clId="{9D6B1FFB-5FC6-46F4-9391-D21B76BB02E5}" dt="2026-10-09T17:52:50.976" v="1212" actId="1076"/>
          <ac:picMkLst>
            <pc:docMk/>
            <pc:sldMk cId="4199410458" sldId="349"/>
            <ac:picMk id="12" creationId="{2D3483E9-7C3E-5475-D29E-5ED5CF7CFEB2}"/>
          </ac:picMkLst>
        </pc:picChg>
        <pc:picChg chg="add mod modCrop">
          <ac:chgData name="Karen Acharya" userId="52915841b2fbfcda" providerId="LiveId" clId="{9D6B1FFB-5FC6-46F4-9391-D21B76BB02E5}" dt="2026-10-09T17:46:50.832" v="1099" actId="1076"/>
          <ac:picMkLst>
            <pc:docMk/>
            <pc:sldMk cId="4199410458" sldId="349"/>
            <ac:picMk id="14" creationId="{B1658C53-71A1-C70E-DBDC-B41EDB62F88E}"/>
          </ac:picMkLst>
        </pc:picChg>
        <pc:picChg chg="add mod modCrop">
          <ac:chgData name="Karen Acharya" userId="52915841b2fbfcda" providerId="LiveId" clId="{9D6B1FFB-5FC6-46F4-9391-D21B76BB02E5}" dt="2026-10-09T17:46:48.084" v="1098" actId="1076"/>
          <ac:picMkLst>
            <pc:docMk/>
            <pc:sldMk cId="4199410458" sldId="349"/>
            <ac:picMk id="16" creationId="{FF25235A-5E90-1659-7D2C-5E7CC019F67F}"/>
          </ac:picMkLst>
        </pc:picChg>
      </pc:sldChg>
      <pc:sldChg chg="addSp delSp modSp add mod">
        <pc:chgData name="Karen Acharya" userId="52915841b2fbfcda" providerId="LiveId" clId="{9D6B1FFB-5FC6-46F4-9391-D21B76BB02E5}" dt="2026-10-09T17:48:48.377" v="1139" actId="1076"/>
        <pc:sldMkLst>
          <pc:docMk/>
          <pc:sldMk cId="4163071547" sldId="350"/>
        </pc:sldMkLst>
        <pc:picChg chg="add del mod">
          <ac:chgData name="Karen Acharya" userId="52915841b2fbfcda" providerId="LiveId" clId="{9D6B1FFB-5FC6-46F4-9391-D21B76BB02E5}" dt="2026-10-09T17:32:11.386" v="1009" actId="478"/>
          <ac:picMkLst>
            <pc:docMk/>
            <pc:sldMk cId="4163071547" sldId="350"/>
            <ac:picMk id="2" creationId="{02A8F8E4-E80E-6BCB-A000-1C9B346A5332}"/>
          </ac:picMkLst>
        </pc:picChg>
        <pc:picChg chg="add del mod">
          <ac:chgData name="Karen Acharya" userId="52915841b2fbfcda" providerId="LiveId" clId="{9D6B1FFB-5FC6-46F4-9391-D21B76BB02E5}" dt="2026-10-09T17:32:13.444" v="1010" actId="478"/>
          <ac:picMkLst>
            <pc:docMk/>
            <pc:sldMk cId="4163071547" sldId="350"/>
            <ac:picMk id="3" creationId="{FFCF4A3F-8AE5-6F8D-9EE5-60F618CA5208}"/>
          </ac:picMkLst>
        </pc:picChg>
        <pc:picChg chg="add del mod">
          <ac:chgData name="Karen Acharya" userId="52915841b2fbfcda" providerId="LiveId" clId="{9D6B1FFB-5FC6-46F4-9391-D21B76BB02E5}" dt="2026-10-09T17:32:15.412" v="1011" actId="478"/>
          <ac:picMkLst>
            <pc:docMk/>
            <pc:sldMk cId="4163071547" sldId="350"/>
            <ac:picMk id="6" creationId="{1C236BD5-5837-0867-4CD1-FC237A67C942}"/>
          </ac:picMkLst>
        </pc:picChg>
        <pc:picChg chg="add del mod">
          <ac:chgData name="Karen Acharya" userId="52915841b2fbfcda" providerId="LiveId" clId="{9D6B1FFB-5FC6-46F4-9391-D21B76BB02E5}" dt="2026-10-09T17:32:17.227" v="1012" actId="478"/>
          <ac:picMkLst>
            <pc:docMk/>
            <pc:sldMk cId="4163071547" sldId="350"/>
            <ac:picMk id="7" creationId="{9A7025A5-BE79-269B-49C5-C7B3823686DE}"/>
          </ac:picMkLst>
        </pc:picChg>
        <pc:picChg chg="add mod">
          <ac:chgData name="Karen Acharya" userId="52915841b2fbfcda" providerId="LiveId" clId="{9D6B1FFB-5FC6-46F4-9391-D21B76BB02E5}" dt="2026-10-09T17:48:39.080" v="1136" actId="1076"/>
          <ac:picMkLst>
            <pc:docMk/>
            <pc:sldMk cId="4163071547" sldId="350"/>
            <ac:picMk id="10" creationId="{27548020-CCCB-DE81-0048-842942061CD3}"/>
          </ac:picMkLst>
        </pc:picChg>
        <pc:picChg chg="add mod">
          <ac:chgData name="Karen Acharya" userId="52915841b2fbfcda" providerId="LiveId" clId="{9D6B1FFB-5FC6-46F4-9391-D21B76BB02E5}" dt="2026-10-09T17:48:36.335" v="1135" actId="1076"/>
          <ac:picMkLst>
            <pc:docMk/>
            <pc:sldMk cId="4163071547" sldId="350"/>
            <ac:picMk id="12" creationId="{148294FA-31AF-AA96-B4C8-75F44391A977}"/>
          </ac:picMkLst>
        </pc:picChg>
        <pc:picChg chg="add mod">
          <ac:chgData name="Karen Acharya" userId="52915841b2fbfcda" providerId="LiveId" clId="{9D6B1FFB-5FC6-46F4-9391-D21B76BB02E5}" dt="2026-10-09T17:48:43.408" v="1137" actId="1076"/>
          <ac:picMkLst>
            <pc:docMk/>
            <pc:sldMk cId="4163071547" sldId="350"/>
            <ac:picMk id="14" creationId="{0F3F7452-07ED-2A71-0FC3-042D7447A75F}"/>
          </ac:picMkLst>
        </pc:picChg>
        <pc:picChg chg="add mod">
          <ac:chgData name="Karen Acharya" userId="52915841b2fbfcda" providerId="LiveId" clId="{9D6B1FFB-5FC6-46F4-9391-D21B76BB02E5}" dt="2026-10-09T17:48:48.377" v="1139" actId="1076"/>
          <ac:picMkLst>
            <pc:docMk/>
            <pc:sldMk cId="4163071547" sldId="350"/>
            <ac:picMk id="16" creationId="{F7CD40F7-BA90-1A96-7B93-B5CA65113E83}"/>
          </ac:picMkLst>
        </pc:picChg>
      </pc:sldChg>
      <pc:sldChg chg="addSp delSp modSp add mod">
        <pc:chgData name="Karen Acharya" userId="52915841b2fbfcda" providerId="LiveId" clId="{9D6B1FFB-5FC6-46F4-9391-D21B76BB02E5}" dt="2026-10-09T17:50:37.370" v="1177" actId="1076"/>
        <pc:sldMkLst>
          <pc:docMk/>
          <pc:sldMk cId="277844758" sldId="351"/>
        </pc:sldMkLst>
        <pc:picChg chg="add del mod">
          <ac:chgData name="Karen Acharya" userId="52915841b2fbfcda" providerId="LiveId" clId="{9D6B1FFB-5FC6-46F4-9391-D21B76BB02E5}" dt="2026-10-09T17:32:21.717" v="1013" actId="478"/>
          <ac:picMkLst>
            <pc:docMk/>
            <pc:sldMk cId="277844758" sldId="351"/>
            <ac:picMk id="2" creationId="{A8B70FD8-2CAE-5A31-2262-A8A7181210B9}"/>
          </ac:picMkLst>
        </pc:picChg>
        <pc:picChg chg="add del mod">
          <ac:chgData name="Karen Acharya" userId="52915841b2fbfcda" providerId="LiveId" clId="{9D6B1FFB-5FC6-46F4-9391-D21B76BB02E5}" dt="2026-10-09T17:32:23.684" v="1014" actId="478"/>
          <ac:picMkLst>
            <pc:docMk/>
            <pc:sldMk cId="277844758" sldId="351"/>
            <ac:picMk id="3" creationId="{35A3BBE2-BF64-76A5-7C37-E59C86CE6DB3}"/>
          </ac:picMkLst>
        </pc:picChg>
        <pc:picChg chg="add del mod">
          <ac:chgData name="Karen Acharya" userId="52915841b2fbfcda" providerId="LiveId" clId="{9D6B1FFB-5FC6-46F4-9391-D21B76BB02E5}" dt="2026-10-09T17:32:25.747" v="1015" actId="478"/>
          <ac:picMkLst>
            <pc:docMk/>
            <pc:sldMk cId="277844758" sldId="351"/>
            <ac:picMk id="6" creationId="{B3887BA9-784B-A519-81A2-CA1F0BE98D66}"/>
          </ac:picMkLst>
        </pc:picChg>
        <pc:picChg chg="add del mod">
          <ac:chgData name="Karen Acharya" userId="52915841b2fbfcda" providerId="LiveId" clId="{9D6B1FFB-5FC6-46F4-9391-D21B76BB02E5}" dt="2026-10-09T17:32:27.488" v="1016" actId="478"/>
          <ac:picMkLst>
            <pc:docMk/>
            <pc:sldMk cId="277844758" sldId="351"/>
            <ac:picMk id="7" creationId="{10E940E6-ED2A-F9DD-DEFC-5F0CDF954A95}"/>
          </ac:picMkLst>
        </pc:picChg>
        <pc:picChg chg="add mod">
          <ac:chgData name="Karen Acharya" userId="52915841b2fbfcda" providerId="LiveId" clId="{9D6B1FFB-5FC6-46F4-9391-D21B76BB02E5}" dt="2026-10-09T17:50:37.370" v="1177" actId="1076"/>
          <ac:picMkLst>
            <pc:docMk/>
            <pc:sldMk cId="277844758" sldId="351"/>
            <ac:picMk id="10" creationId="{743607B8-C248-A242-77ED-B84CD816ABE7}"/>
          </ac:picMkLst>
        </pc:picChg>
        <pc:picChg chg="add mod">
          <ac:chgData name="Karen Acharya" userId="52915841b2fbfcda" providerId="LiveId" clId="{9D6B1FFB-5FC6-46F4-9391-D21B76BB02E5}" dt="2026-10-09T17:50:34.514" v="1176" actId="1076"/>
          <ac:picMkLst>
            <pc:docMk/>
            <pc:sldMk cId="277844758" sldId="351"/>
            <ac:picMk id="12" creationId="{F760E5F8-ABDC-CD0F-CE4B-9121CDE8C360}"/>
          </ac:picMkLst>
        </pc:picChg>
        <pc:picChg chg="add mod modCrop">
          <ac:chgData name="Karen Acharya" userId="52915841b2fbfcda" providerId="LiveId" clId="{9D6B1FFB-5FC6-46F4-9391-D21B76BB02E5}" dt="2026-10-09T17:50:16.296" v="1170" actId="14100"/>
          <ac:picMkLst>
            <pc:docMk/>
            <pc:sldMk cId="277844758" sldId="351"/>
            <ac:picMk id="14" creationId="{6ADB2FDA-B981-EBB3-0827-2CA7C1454B30}"/>
          </ac:picMkLst>
        </pc:picChg>
        <pc:picChg chg="add mod modCrop">
          <ac:chgData name="Karen Acharya" userId="52915841b2fbfcda" providerId="LiveId" clId="{9D6B1FFB-5FC6-46F4-9391-D21B76BB02E5}" dt="2026-10-09T17:50:33.092" v="1175" actId="1076"/>
          <ac:picMkLst>
            <pc:docMk/>
            <pc:sldMk cId="277844758" sldId="351"/>
            <ac:picMk id="16" creationId="{F68030E0-8BF3-393B-1151-297CB423390A}"/>
          </ac:picMkLst>
        </pc:picChg>
      </pc:sldChg>
      <pc:sldChg chg="addSp delSp modSp add mod ord">
        <pc:chgData name="Karen Acharya" userId="52915841b2fbfcda" providerId="LiveId" clId="{9D6B1FFB-5FC6-46F4-9391-D21B76BB02E5}" dt="2026-10-09T17:44:43.821" v="1064" actId="1076"/>
        <pc:sldMkLst>
          <pc:docMk/>
          <pc:sldMk cId="3521912600" sldId="352"/>
        </pc:sldMkLst>
        <pc:picChg chg="add del mod">
          <ac:chgData name="Karen Acharya" userId="52915841b2fbfcda" providerId="LiveId" clId="{9D6B1FFB-5FC6-46F4-9391-D21B76BB02E5}" dt="2026-10-09T17:31:53.758" v="1002" actId="478"/>
          <ac:picMkLst>
            <pc:docMk/>
            <pc:sldMk cId="3521912600" sldId="352"/>
            <ac:picMk id="2" creationId="{36ABA530-6746-6F8D-B3B1-9BA7F45A75EA}"/>
          </ac:picMkLst>
        </pc:picChg>
        <pc:picChg chg="add del mod">
          <ac:chgData name="Karen Acharya" userId="52915841b2fbfcda" providerId="LiveId" clId="{9D6B1FFB-5FC6-46F4-9391-D21B76BB02E5}" dt="2026-10-09T17:31:58.195" v="1004" actId="478"/>
          <ac:picMkLst>
            <pc:docMk/>
            <pc:sldMk cId="3521912600" sldId="352"/>
            <ac:picMk id="3" creationId="{10A97EDC-603D-51E6-A959-F3E628750B4B}"/>
          </ac:picMkLst>
        </pc:picChg>
        <pc:picChg chg="add del mod">
          <ac:chgData name="Karen Acharya" userId="52915841b2fbfcda" providerId="LiveId" clId="{9D6B1FFB-5FC6-46F4-9391-D21B76BB02E5}" dt="2026-10-09T17:31:56.272" v="1003" actId="478"/>
          <ac:picMkLst>
            <pc:docMk/>
            <pc:sldMk cId="3521912600" sldId="352"/>
            <ac:picMk id="6" creationId="{7ECDC820-E695-FA9A-A508-B49B850DB08F}"/>
          </ac:picMkLst>
        </pc:picChg>
        <pc:picChg chg="add mod">
          <ac:chgData name="Karen Acharya" userId="52915841b2fbfcda" providerId="LiveId" clId="{9D6B1FFB-5FC6-46F4-9391-D21B76BB02E5}" dt="2026-10-09T17:44:33.725" v="1061" actId="1076"/>
          <ac:picMkLst>
            <pc:docMk/>
            <pc:sldMk cId="3521912600" sldId="352"/>
            <ac:picMk id="9" creationId="{1BF1F741-32EA-35B3-AEB1-ED9DDC5AE907}"/>
          </ac:picMkLst>
        </pc:picChg>
        <pc:picChg chg="add mod">
          <ac:chgData name="Karen Acharya" userId="52915841b2fbfcda" providerId="LiveId" clId="{9D6B1FFB-5FC6-46F4-9391-D21B76BB02E5}" dt="2026-10-09T17:44:43.821" v="1064" actId="1076"/>
          <ac:picMkLst>
            <pc:docMk/>
            <pc:sldMk cId="3521912600" sldId="352"/>
            <ac:picMk id="11" creationId="{28A784CD-90F5-579E-E8F0-915F64DCA66D}"/>
          </ac:picMkLst>
        </pc:picChg>
        <pc:picChg chg="add mod">
          <ac:chgData name="Karen Acharya" userId="52915841b2fbfcda" providerId="LiveId" clId="{9D6B1FFB-5FC6-46F4-9391-D21B76BB02E5}" dt="2026-10-09T17:44:36.427" v="1062" actId="1076"/>
          <ac:picMkLst>
            <pc:docMk/>
            <pc:sldMk cId="3521912600" sldId="352"/>
            <ac:picMk id="13" creationId="{1CBBF296-B801-609F-658B-FF2CD943BFCD}"/>
          </ac:picMkLst>
        </pc:picChg>
        <pc:picChg chg="add mod">
          <ac:chgData name="Karen Acharya" userId="52915841b2fbfcda" providerId="LiveId" clId="{9D6B1FFB-5FC6-46F4-9391-D21B76BB02E5}" dt="2026-10-09T17:44:39.944" v="1063" actId="1076"/>
          <ac:picMkLst>
            <pc:docMk/>
            <pc:sldMk cId="3521912600" sldId="352"/>
            <ac:picMk id="15" creationId="{BC6064DC-18A7-1A50-2485-46961790426B}"/>
          </ac:picMkLst>
        </pc:picChg>
      </pc:sldChg>
      <pc:sldChg chg="addSp delSp modSp add mod">
        <pc:chgData name="Karen Acharya" userId="52915841b2fbfcda" providerId="LiveId" clId="{9D6B1FFB-5FC6-46F4-9391-D21B76BB02E5}" dt="2026-10-09T17:51:39.283" v="1198" actId="1076"/>
        <pc:sldMkLst>
          <pc:docMk/>
          <pc:sldMk cId="2077898183" sldId="353"/>
        </pc:sldMkLst>
        <pc:picChg chg="add mod">
          <ac:chgData name="Karen Acharya" userId="52915841b2fbfcda" providerId="LiveId" clId="{9D6B1FFB-5FC6-46F4-9391-D21B76BB02E5}" dt="2026-10-09T17:51:30.515" v="1195" actId="1076"/>
          <ac:picMkLst>
            <pc:docMk/>
            <pc:sldMk cId="2077898183" sldId="353"/>
            <ac:picMk id="3" creationId="{BAB7CC29-1546-01AF-F576-ABA01910389B}"/>
          </ac:picMkLst>
        </pc:picChg>
        <pc:picChg chg="add mod">
          <ac:chgData name="Karen Acharya" userId="52915841b2fbfcda" providerId="LiveId" clId="{9D6B1FFB-5FC6-46F4-9391-D21B76BB02E5}" dt="2026-10-09T17:51:32.777" v="1196" actId="1076"/>
          <ac:picMkLst>
            <pc:docMk/>
            <pc:sldMk cId="2077898183" sldId="353"/>
            <ac:picMk id="7" creationId="{7D5B5ABE-308C-966B-8DAF-D98879460B03}"/>
          </ac:picMkLst>
        </pc:picChg>
        <pc:picChg chg="add del mod">
          <ac:chgData name="Karen Acharya" userId="52915841b2fbfcda" providerId="LiveId" clId="{9D6B1FFB-5FC6-46F4-9391-D21B76BB02E5}" dt="2026-10-09T17:42:00.919" v="1021" actId="478"/>
          <ac:picMkLst>
            <pc:docMk/>
            <pc:sldMk cId="2077898183" sldId="353"/>
            <ac:picMk id="9" creationId="{F27826B7-FE66-89C3-69FB-9D0B317D4698}"/>
          </ac:picMkLst>
        </pc:picChg>
        <pc:picChg chg="add del mod">
          <ac:chgData name="Karen Acharya" userId="52915841b2fbfcda" providerId="LiveId" clId="{9D6B1FFB-5FC6-46F4-9391-D21B76BB02E5}" dt="2026-10-09T17:42:02.627" v="1022" actId="478"/>
          <ac:picMkLst>
            <pc:docMk/>
            <pc:sldMk cId="2077898183" sldId="353"/>
            <ac:picMk id="10" creationId="{A37ECF03-343C-B8AF-441D-CC356422A754}"/>
          </ac:picMkLst>
        </pc:picChg>
        <pc:picChg chg="add del mod">
          <ac:chgData name="Karen Acharya" userId="52915841b2fbfcda" providerId="LiveId" clId="{9D6B1FFB-5FC6-46F4-9391-D21B76BB02E5}" dt="2026-10-09T17:42:05.587" v="1023" actId="478"/>
          <ac:picMkLst>
            <pc:docMk/>
            <pc:sldMk cId="2077898183" sldId="353"/>
            <ac:picMk id="11" creationId="{7B6E0D2D-F1C8-D1F7-A84D-5A7D09E734F1}"/>
          </ac:picMkLst>
        </pc:picChg>
        <pc:picChg chg="add del mod">
          <ac:chgData name="Karen Acharya" userId="52915841b2fbfcda" providerId="LiveId" clId="{9D6B1FFB-5FC6-46F4-9391-D21B76BB02E5}" dt="2026-10-09T17:42:07.042" v="1024" actId="478"/>
          <ac:picMkLst>
            <pc:docMk/>
            <pc:sldMk cId="2077898183" sldId="353"/>
            <ac:picMk id="12" creationId="{B3551F0C-1F4E-33E8-0CF6-2368B3555CD2}"/>
          </ac:picMkLst>
        </pc:picChg>
        <pc:picChg chg="add mod">
          <ac:chgData name="Karen Acharya" userId="52915841b2fbfcda" providerId="LiveId" clId="{9D6B1FFB-5FC6-46F4-9391-D21B76BB02E5}" dt="2026-10-09T17:51:37.204" v="1197" actId="1076"/>
          <ac:picMkLst>
            <pc:docMk/>
            <pc:sldMk cId="2077898183" sldId="353"/>
            <ac:picMk id="14" creationId="{FEDC5E55-F203-B45F-133E-85FBA9A1FB1E}"/>
          </ac:picMkLst>
        </pc:picChg>
        <pc:picChg chg="add mod">
          <ac:chgData name="Karen Acharya" userId="52915841b2fbfcda" providerId="LiveId" clId="{9D6B1FFB-5FC6-46F4-9391-D21B76BB02E5}" dt="2026-10-09T17:51:39.283" v="1198" actId="1076"/>
          <ac:picMkLst>
            <pc:docMk/>
            <pc:sldMk cId="2077898183" sldId="353"/>
            <ac:picMk id="16" creationId="{F8CD3CCD-B7A1-FA77-AEF7-2E2E8A5C9D19}"/>
          </ac:picMkLst>
        </pc:picChg>
      </pc:sldChg>
      <pc:sldChg chg="addSp delSp modSp new mod modAnim">
        <pc:chgData name="Karen Acharya" userId="52915841b2fbfcda" providerId="LiveId" clId="{9D6B1FFB-5FC6-46F4-9391-D21B76BB02E5}" dt="2026-10-09T17:52:22.143" v="1207" actId="1076"/>
        <pc:sldMkLst>
          <pc:docMk/>
          <pc:sldMk cId="3719392773" sldId="354"/>
        </pc:sldMkLst>
        <pc:spChg chg="add mod">
          <ac:chgData name="Karen Acharya" userId="52915841b2fbfcda" providerId="LiveId" clId="{9D6B1FFB-5FC6-46F4-9391-D21B76BB02E5}" dt="2026-09-09T17:36:41.546" v="321"/>
          <ac:spMkLst>
            <pc:docMk/>
            <pc:sldMk cId="3719392773" sldId="354"/>
            <ac:spMk id="6" creationId="{9F4E1ABC-3E4D-9C08-6C01-E717A89692C2}"/>
          </ac:spMkLst>
        </pc:spChg>
        <pc:picChg chg="add mod">
          <ac:chgData name="Karen Acharya" userId="52915841b2fbfcda" providerId="LiveId" clId="{9D6B1FFB-5FC6-46F4-9391-D21B76BB02E5}" dt="2026-10-09T17:52:22.143" v="1207" actId="1076"/>
          <ac:picMkLst>
            <pc:docMk/>
            <pc:sldMk cId="3719392773" sldId="354"/>
            <ac:picMk id="3" creationId="{E176B0A0-C96B-3329-C6F8-E619E21E5B38}"/>
          </ac:picMkLst>
        </pc:picChg>
        <pc:picChg chg="add del mod">
          <ac:chgData name="Karen Acharya" userId="52915841b2fbfcda" providerId="LiveId" clId="{9D6B1FFB-5FC6-46F4-9391-D21B76BB02E5}" dt="2026-10-09T17:41:55.123" v="1019" actId="478"/>
          <ac:picMkLst>
            <pc:docMk/>
            <pc:sldMk cId="3719392773" sldId="354"/>
            <ac:picMk id="5" creationId="{8779ECDF-53A3-6878-990E-9A456BB3DB4E}"/>
          </ac:picMkLst>
        </pc:picChg>
        <pc:picChg chg="add del mod">
          <ac:chgData name="Karen Acharya" userId="52915841b2fbfcda" providerId="LiveId" clId="{9D6B1FFB-5FC6-46F4-9391-D21B76BB02E5}" dt="2026-10-09T17:41:56.852" v="1020" actId="478"/>
          <ac:picMkLst>
            <pc:docMk/>
            <pc:sldMk cId="3719392773" sldId="354"/>
            <ac:picMk id="7" creationId="{5E8D116D-7E71-B105-6151-A4391816830C}"/>
          </ac:picMkLst>
        </pc:picChg>
        <pc:picChg chg="add del mod">
          <ac:chgData name="Karen Acharya" userId="52915841b2fbfcda" providerId="LiveId" clId="{9D6B1FFB-5FC6-46F4-9391-D21B76BB02E5}" dt="2026-10-09T17:41:51.665" v="1017" actId="478"/>
          <ac:picMkLst>
            <pc:docMk/>
            <pc:sldMk cId="3719392773" sldId="354"/>
            <ac:picMk id="8" creationId="{D49D1278-E9A4-442B-5564-CD2E24BD71BD}"/>
          </ac:picMkLst>
        </pc:picChg>
        <pc:picChg chg="add del mod">
          <ac:chgData name="Karen Acharya" userId="52915841b2fbfcda" providerId="LiveId" clId="{9D6B1FFB-5FC6-46F4-9391-D21B76BB02E5}" dt="2026-10-09T17:41:53.262" v="1018" actId="478"/>
          <ac:picMkLst>
            <pc:docMk/>
            <pc:sldMk cId="3719392773" sldId="354"/>
            <ac:picMk id="9" creationId="{9F17C834-D99B-4146-2486-C39D384FA999}"/>
          </ac:picMkLst>
        </pc:picChg>
        <pc:picChg chg="add mod">
          <ac:chgData name="Karen Acharya" userId="52915841b2fbfcda" providerId="LiveId" clId="{9D6B1FFB-5FC6-46F4-9391-D21B76BB02E5}" dt="2026-10-09T17:52:19.324" v="1206" actId="1076"/>
          <ac:picMkLst>
            <pc:docMk/>
            <pc:sldMk cId="3719392773" sldId="354"/>
            <ac:picMk id="10" creationId="{BB1FFDBA-A998-0566-38A4-C949CFF0BAC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karenacharya24-boop/Healthcare_Analytics_for_Doctor_Visit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hyperlink" Target="mailto:karenacharya24@gmail.com" TargetMode="External"/><Relationship Id="rId2" Type="http://schemas.openxmlformats.org/officeDocument/2006/relationships/image" Target="../media/image1.jfif"/><Relationship Id="rId1" Type="http://schemas.openxmlformats.org/officeDocument/2006/relationships/slideLayout" Target="../slideLayouts/slideLayout20.xml"/><Relationship Id="rId4" Type="http://schemas.openxmlformats.org/officeDocument/2006/relationships/hyperlink" Target="https://github.com/karenacharya24-boop/Healthcare_Analytics_for_Doctor_Visits.gi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3846770"/>
            <a:ext cx="3400089" cy="588916"/>
          </a:xfrm>
        </p:spPr>
        <p:txBody>
          <a:bodyPr vert="horz" lIns="91440" tIns="45720" rIns="91440" bIns="45720" rtlCol="0" anchor="t">
            <a:normAutofit/>
          </a:bodyPr>
          <a:lstStyle/>
          <a:p>
            <a:pPr algn="r"/>
            <a:r>
              <a:rPr lang="en-US" sz="2800" dirty="0">
                <a:solidFill>
                  <a:schemeClr val="tx1"/>
                </a:solidFill>
                <a:latin typeface="Times New Roman" panose="02020603050405020304" pitchFamily="18" charset="0"/>
                <a:cs typeface="Times New Roman" panose="02020603050405020304" pitchFamily="18" charset="0"/>
              </a:rPr>
              <a:t>[Karen Acharya]</a:t>
            </a:r>
          </a:p>
          <a:p>
            <a:pPr algn="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454884" y="1183902"/>
            <a:ext cx="4519540" cy="1344694"/>
          </a:xfrm>
        </p:spPr>
        <p:txBody>
          <a:bodyPr>
            <a:noAutofit/>
          </a:bodyPr>
          <a:lstStyle/>
          <a:p>
            <a:r>
              <a:rPr lang="en-US" sz="4400" b="1" dirty="0">
                <a:solidFill>
                  <a:schemeClr val="accent2">
                    <a:lumMod val="75000"/>
                  </a:schemeClr>
                </a:solidFill>
                <a:latin typeface="Agency FB" panose="020B0503020202020204" pitchFamily="34" charset="0"/>
              </a:rPr>
              <a:t>Healthcare Analytics for Doctor Visits</a:t>
            </a:r>
            <a:endParaRPr lang="en-IN" sz="4400" b="1" dirty="0">
              <a:solidFill>
                <a:schemeClr val="accent2">
                  <a:lumMod val="75000"/>
                </a:schemeClr>
              </a:solidFill>
              <a:latin typeface="Agency FB" panose="020B0503020202020204" pitchFamily="34"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4574366" y="4435686"/>
            <a:ext cx="5138594" cy="1015663"/>
          </a:xfrm>
          <a:prstGeom prst="rect">
            <a:avLst/>
          </a:prstGeom>
          <a:noFill/>
        </p:spPr>
        <p:txBody>
          <a:bodyPr wrap="square" rtlCol="0">
            <a:spAutoFit/>
          </a:bodyPr>
          <a:lstStyle/>
          <a:p>
            <a:pPr algn="r"/>
            <a:r>
              <a:rPr lang="en-US" sz="2000" b="1" dirty="0"/>
              <a:t>AICTE STU ID : </a:t>
            </a:r>
            <a:r>
              <a:rPr lang="en-IN" sz="2000" b="1" dirty="0"/>
              <a:t>STU6a66eedfe85331785130719</a:t>
            </a:r>
          </a:p>
          <a:p>
            <a:pPr algn="r"/>
            <a:r>
              <a:rPr lang="en-IN" sz="2000" b="1" dirty="0"/>
              <a:t>TECHNO INDIA UNIVERSITY</a:t>
            </a:r>
            <a:endParaRPr lang="en-US" sz="2000"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971835" y="1713768"/>
            <a:ext cx="6641945" cy="4497252"/>
          </a:xfrm>
        </p:spPr>
        <p:txBody>
          <a:bodyPr vert="horz" lIns="91440" tIns="45720" rIns="91440" bIns="45720" rtlCol="0" anchor="t">
            <a:noAutofit/>
          </a:bodyPr>
          <a:lstStyle/>
          <a:p>
            <a:pPr>
              <a:lnSpc>
                <a:spcPct val="120000"/>
              </a:lnSpc>
            </a:pPr>
            <a:r>
              <a:rPr lang="en-US" b="1" dirty="0">
                <a:solidFill>
                  <a:schemeClr val="tx1"/>
                </a:solidFill>
                <a:latin typeface="Times New Roman" panose="02020603050405020304" pitchFamily="18" charset="0"/>
                <a:cs typeface="Times New Roman" panose="02020603050405020304" pitchFamily="18" charset="0"/>
              </a:rPr>
              <a:t>To analyze doctor-visit patterns and understand healthcare utilization among individuals in the dataset.</a:t>
            </a:r>
          </a:p>
          <a:p>
            <a:pPr>
              <a:lnSpc>
                <a:spcPct val="120000"/>
              </a:lnSpc>
            </a:pPr>
            <a:r>
              <a:rPr lang="en-US" b="1" dirty="0">
                <a:solidFill>
                  <a:schemeClr val="tx1"/>
                </a:solidFill>
                <a:latin typeface="Times New Roman" panose="02020603050405020304" pitchFamily="18" charset="0"/>
                <a:cs typeface="Times New Roman" panose="02020603050405020304" pitchFamily="18" charset="0"/>
              </a:rPr>
              <a:t>To examine how age, gender, income, illness, and health status relate to doctor visits.</a:t>
            </a:r>
          </a:p>
          <a:p>
            <a:pPr>
              <a:lnSpc>
                <a:spcPct val="120000"/>
              </a:lnSpc>
            </a:pPr>
            <a:r>
              <a:rPr lang="en-US" b="1" dirty="0">
                <a:solidFill>
                  <a:schemeClr val="tx1"/>
                </a:solidFill>
                <a:latin typeface="Times New Roman" panose="02020603050405020304" pitchFamily="18" charset="0"/>
                <a:cs typeface="Times New Roman" panose="02020603050405020304" pitchFamily="18" charset="0"/>
              </a:rPr>
              <a:t>To investigate the association between insurance coverage, reduced activity, chronic conditions, and healthcare utilization.</a:t>
            </a:r>
          </a:p>
          <a:p>
            <a:pPr>
              <a:lnSpc>
                <a:spcPct val="120000"/>
              </a:lnSpc>
            </a:pPr>
            <a:r>
              <a:rPr lang="en-US" b="1" dirty="0">
                <a:solidFill>
                  <a:schemeClr val="tx1"/>
                </a:solidFill>
                <a:latin typeface="Times New Roman" panose="02020603050405020304" pitchFamily="18" charset="0"/>
                <a:cs typeface="Times New Roman" panose="02020603050405020304" pitchFamily="18" charset="0"/>
              </a:rPr>
              <a:t>To identify meaningful patterns and relationships using statistical analysis and data visualization techniques.</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1195770" y="662757"/>
            <a:ext cx="6995604" cy="790111"/>
          </a:xfrm>
        </p:spPr>
        <p:txBody>
          <a:bodyPr>
            <a:noAutofit/>
          </a:bodyPr>
          <a:lstStyle/>
          <a:p>
            <a:r>
              <a:rPr lang="en-US" dirty="0">
                <a:solidFill>
                  <a:schemeClr val="accent2">
                    <a:lumMod val="75000"/>
                  </a:schemeClr>
                </a:solidFill>
                <a:latin typeface="Agency FB" panose="020B0503020202020204" pitchFamily="34" charset="0"/>
                <a:cs typeface="Times New Roman" panose="02020603050405020304" pitchFamily="18" charset="0"/>
              </a:rPr>
              <a:t>Problem  statement :</a:t>
            </a:r>
            <a:endParaRPr lang="en-IN" dirty="0">
              <a:solidFill>
                <a:schemeClr val="accent2">
                  <a:lumMod val="75000"/>
                </a:schemeClr>
              </a:solidFill>
              <a:latin typeface="Agency FB" panose="020B0503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1035557" y="580205"/>
            <a:ext cx="6276109" cy="830997"/>
          </a:xfrm>
        </p:spPr>
        <p:txBody>
          <a:bodyPr>
            <a:noAutofit/>
          </a:bodyPr>
          <a:lstStyle/>
          <a:p>
            <a:r>
              <a:rPr lang="en-GB" dirty="0">
                <a:solidFill>
                  <a:schemeClr val="accent2">
                    <a:lumMod val="75000"/>
                  </a:schemeClr>
                </a:solidFill>
                <a:latin typeface="Agency FB" panose="020B0503020202020204" pitchFamily="34" charset="0"/>
              </a:rPr>
              <a:t>Project Description :</a:t>
            </a:r>
            <a:br>
              <a:rPr lang="en-GB" dirty="0">
                <a:solidFill>
                  <a:schemeClr val="accent2">
                    <a:lumMod val="75000"/>
                  </a:schemeClr>
                </a:solidFill>
                <a:latin typeface="Agency FB" panose="020B0503020202020204" pitchFamily="34" charset="0"/>
              </a:rPr>
            </a:br>
            <a:endParaRPr lang="en-IN" dirty="0">
              <a:solidFill>
                <a:schemeClr val="accent2">
                  <a:lumMod val="75000"/>
                </a:schemeClr>
              </a:solidFill>
              <a:latin typeface="Agency FB" panose="020B0503020202020204" pitchFamily="34"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 Placeholder 1">
            <a:extLst>
              <a:ext uri="{FF2B5EF4-FFF2-40B4-BE49-F238E27FC236}">
                <a16:creationId xmlns:a16="http://schemas.microsoft.com/office/drawing/2014/main" id="{E048D411-9573-3AA5-8F2C-E9B260086562}"/>
              </a:ext>
            </a:extLst>
          </p:cNvPr>
          <p:cNvSpPr>
            <a:spLocks noGrp="1"/>
          </p:cNvSpPr>
          <p:nvPr>
            <p:ph type="body" sz="quarter" idx="12"/>
          </p:nvPr>
        </p:nvSpPr>
        <p:spPr>
          <a:xfrm>
            <a:off x="757231" y="1578538"/>
            <a:ext cx="8582712" cy="4497252"/>
          </a:xfrm>
        </p:spPr>
        <p:txBody>
          <a:bodyPr vert="horz" lIns="91440" tIns="45720" rIns="91440" bIns="45720" rtlCol="0" anchor="t">
            <a:noAutofit/>
          </a:bodyPr>
          <a:lstStyle/>
          <a:p>
            <a:r>
              <a:rPr lang="en-US" sz="1800" b="1" dirty="0">
                <a:solidFill>
                  <a:schemeClr val="tx1"/>
                </a:solidFill>
                <a:latin typeface="Times New Roman" panose="02020603050405020304" pitchFamily="18" charset="0"/>
                <a:cs typeface="Times New Roman" panose="02020603050405020304" pitchFamily="18" charset="0"/>
              </a:rPr>
              <a:t>The Project focuses on analyzing healthcare utilization patterns using Python and a dataset containing information about individuals' doctor visits, demographic characteristics, income, illness, health status, and insurance coverage.</a:t>
            </a:r>
          </a:p>
          <a:p>
            <a:r>
              <a:rPr lang="en-US" sz="1800" b="1" dirty="0">
                <a:solidFill>
                  <a:schemeClr val="tx1"/>
                </a:solidFill>
                <a:latin typeface="Times New Roman" panose="02020603050405020304" pitchFamily="18" charset="0"/>
                <a:cs typeface="Times New Roman" panose="02020603050405020304" pitchFamily="18" charset="0"/>
              </a:rPr>
              <a:t>The project uses Python libraries such as Pandas, Matplotlib, and Seaborn for data cleaning, exploratory data analysis, statistical summaries, and visualization. It examines the relationships between doctor visits and factors such as age, gender, illness levels, income, insurance categories, reduced activity, and chronic conditions.</a:t>
            </a:r>
          </a:p>
          <a:p>
            <a:r>
              <a:rPr lang="en-US" sz="1800" b="1" dirty="0">
                <a:solidFill>
                  <a:schemeClr val="tx1"/>
                </a:solidFill>
                <a:latin typeface="Times New Roman" panose="02020603050405020304" pitchFamily="18" charset="0"/>
                <a:cs typeface="Times New Roman" panose="02020603050405020304" pitchFamily="18" charset="0"/>
              </a:rPr>
              <a:t>Various charts, including histograms, bar plots, box plots, and correlation heatmaps, are used to explore patterns and relationships within the dataset. The analysis aims to identify factors associated with healthcare utilization and present findings in a clear, understandable format. This project demonstrates how data analytics can support better understanding of healthcare-seeking behavior while recognizing that observed associations do not necessarily establish causation.</a:t>
            </a:r>
            <a:endParaRPr lang="en-IN" sz="1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97290" y="1468846"/>
            <a:ext cx="8943869" cy="4707958"/>
          </a:xfrm>
        </p:spPr>
        <p:txBody>
          <a:bodyPr>
            <a:normAutofit fontScale="92500" lnSpcReduction="20000"/>
          </a:bodyPr>
          <a:lstStyle/>
          <a:p>
            <a:pPr lvl="0"/>
            <a:r>
              <a:rPr lang="en-US" b="1" dirty="0">
                <a:solidFill>
                  <a:schemeClr val="tx1"/>
                </a:solidFill>
                <a:latin typeface="Times New Roman" panose="02020603050405020304" pitchFamily="18" charset="0"/>
                <a:cs typeface="Times New Roman" panose="02020603050405020304" pitchFamily="18" charset="0"/>
              </a:rPr>
              <a:t>🧑 Local People / Patients</a:t>
            </a:r>
            <a:br>
              <a:rPr lang="en-US" b="1" dirty="0">
                <a:solidFill>
                  <a:schemeClr val="tx1"/>
                </a:solidFill>
                <a:latin typeface="Times New Roman" panose="02020603050405020304" pitchFamily="18" charset="0"/>
                <a:cs typeface="Times New Roman" panose="02020603050405020304" pitchFamily="18" charset="0"/>
              </a:rPr>
            </a:br>
            <a:r>
              <a:rPr lang="en-US" b="1" dirty="0">
                <a:solidFill>
                  <a:schemeClr val="tx1"/>
                </a:solidFill>
                <a:latin typeface="Times New Roman" panose="02020603050405020304" pitchFamily="18" charset="0"/>
                <a:cs typeface="Times New Roman" panose="02020603050405020304" pitchFamily="18" charset="0"/>
              </a:rPr>
              <a:t>Benefiting from better understanding of healthcare needs and improved healthcare planning.</a:t>
            </a:r>
          </a:p>
          <a:p>
            <a:pPr lvl="0"/>
            <a:r>
              <a:rPr lang="en-US" b="1" dirty="0">
                <a:solidFill>
                  <a:schemeClr val="tx1"/>
                </a:solidFill>
                <a:latin typeface="Times New Roman" panose="02020603050405020304" pitchFamily="18" charset="0"/>
                <a:cs typeface="Times New Roman" panose="02020603050405020304" pitchFamily="18" charset="0"/>
              </a:rPr>
              <a:t>🩺 Healthcare Professionals</a:t>
            </a:r>
            <a:br>
              <a:rPr lang="en-US" b="1" dirty="0">
                <a:solidFill>
                  <a:schemeClr val="tx1"/>
                </a:solidFill>
                <a:latin typeface="Times New Roman" panose="02020603050405020304" pitchFamily="18" charset="0"/>
                <a:cs typeface="Times New Roman" panose="02020603050405020304" pitchFamily="18" charset="0"/>
              </a:rPr>
            </a:br>
            <a:r>
              <a:rPr lang="en-US" b="1" dirty="0">
                <a:solidFill>
                  <a:schemeClr val="tx1"/>
                </a:solidFill>
                <a:latin typeface="Times New Roman" panose="02020603050405020304" pitchFamily="18" charset="0"/>
                <a:cs typeface="Times New Roman" panose="02020603050405020304" pitchFamily="18" charset="0"/>
              </a:rPr>
              <a:t>Understanding doctor-visit patterns and factors associated with healthcare utilization.</a:t>
            </a:r>
          </a:p>
          <a:p>
            <a:pPr lvl="0"/>
            <a:r>
              <a:rPr lang="en-US" b="1" dirty="0">
                <a:solidFill>
                  <a:schemeClr val="tx1"/>
                </a:solidFill>
                <a:latin typeface="Times New Roman" panose="02020603050405020304" pitchFamily="18" charset="0"/>
                <a:cs typeface="Times New Roman" panose="02020603050405020304" pitchFamily="18" charset="0"/>
              </a:rPr>
              <a:t>🏥 Hospitals and Healthcare Administrators</a:t>
            </a:r>
            <a:br>
              <a:rPr lang="en-US" b="1" dirty="0">
                <a:solidFill>
                  <a:schemeClr val="tx1"/>
                </a:solidFill>
                <a:latin typeface="Times New Roman" panose="02020603050405020304" pitchFamily="18" charset="0"/>
                <a:cs typeface="Times New Roman" panose="02020603050405020304" pitchFamily="18" charset="0"/>
              </a:rPr>
            </a:br>
            <a:r>
              <a:rPr lang="en-US" b="1" dirty="0">
                <a:solidFill>
                  <a:schemeClr val="tx1"/>
                </a:solidFill>
                <a:latin typeface="Times New Roman" panose="02020603050405020304" pitchFamily="18" charset="0"/>
                <a:cs typeface="Times New Roman" panose="02020603050405020304" pitchFamily="18" charset="0"/>
              </a:rPr>
              <a:t>Planning healthcare services and allocating resources according to patient needs.</a:t>
            </a:r>
          </a:p>
          <a:p>
            <a:pPr lvl="0"/>
            <a:r>
              <a:rPr lang="en-US" b="1" dirty="0">
                <a:solidFill>
                  <a:schemeClr val="tx1"/>
                </a:solidFill>
                <a:latin typeface="Times New Roman" panose="02020603050405020304" pitchFamily="18" charset="0"/>
                <a:cs typeface="Times New Roman" panose="02020603050405020304" pitchFamily="18" charset="0"/>
              </a:rPr>
              <a:t>🏛️ Government and Public Health Departments</a:t>
            </a:r>
            <a:br>
              <a:rPr lang="en-US" b="1" dirty="0">
                <a:solidFill>
                  <a:schemeClr val="tx1"/>
                </a:solidFill>
                <a:latin typeface="Times New Roman" panose="02020603050405020304" pitchFamily="18" charset="0"/>
                <a:cs typeface="Times New Roman" panose="02020603050405020304" pitchFamily="18" charset="0"/>
              </a:rPr>
            </a:br>
            <a:r>
              <a:rPr lang="en-US" b="1" dirty="0">
                <a:solidFill>
                  <a:schemeClr val="tx1"/>
                </a:solidFill>
                <a:latin typeface="Times New Roman" panose="02020603050405020304" pitchFamily="18" charset="0"/>
                <a:cs typeface="Times New Roman" panose="02020603050405020304" pitchFamily="18" charset="0"/>
              </a:rPr>
              <a:t>Supporting public health planning and healthcare policy development.</a:t>
            </a:r>
          </a:p>
          <a:p>
            <a:pPr lvl="0"/>
            <a:r>
              <a:rPr lang="en-US" b="1" dirty="0">
                <a:solidFill>
                  <a:schemeClr val="tx1"/>
                </a:solidFill>
                <a:latin typeface="Times New Roman" panose="02020603050405020304" pitchFamily="18" charset="0"/>
                <a:cs typeface="Times New Roman" panose="02020603050405020304" pitchFamily="18" charset="0"/>
              </a:rPr>
              <a:t>📊 Healthcare Analysts / Researchers</a:t>
            </a:r>
            <a:br>
              <a:rPr lang="en-US" b="1" dirty="0">
                <a:solidFill>
                  <a:schemeClr val="tx1"/>
                </a:solidFill>
                <a:latin typeface="Times New Roman" panose="02020603050405020304" pitchFamily="18" charset="0"/>
                <a:cs typeface="Times New Roman" panose="02020603050405020304" pitchFamily="18" charset="0"/>
              </a:rPr>
            </a:br>
            <a:r>
              <a:rPr lang="en-US" b="1" dirty="0">
                <a:solidFill>
                  <a:schemeClr val="tx1"/>
                </a:solidFill>
                <a:latin typeface="Times New Roman" panose="02020603050405020304" pitchFamily="18" charset="0"/>
                <a:cs typeface="Times New Roman" panose="02020603050405020304" pitchFamily="18" charset="0"/>
              </a:rPr>
              <a:t>Studying relationships between demographic factors, health conditions, insurance, and doctor visits.</a:t>
            </a:r>
          </a:p>
          <a:p>
            <a:pPr lvl="0"/>
            <a:r>
              <a:rPr lang="en-US" b="1" dirty="0">
                <a:solidFill>
                  <a:schemeClr val="tx1"/>
                </a:solidFill>
                <a:latin typeface="Times New Roman" panose="02020603050405020304" pitchFamily="18" charset="0"/>
                <a:cs typeface="Times New Roman" panose="02020603050405020304" pitchFamily="18" charset="0"/>
              </a:rPr>
              <a:t>🛡️ Health Insurance Providers</a:t>
            </a:r>
            <a:br>
              <a:rPr lang="en-US" b="1" dirty="0">
                <a:solidFill>
                  <a:schemeClr val="tx1"/>
                </a:solidFill>
                <a:latin typeface="Times New Roman" panose="02020603050405020304" pitchFamily="18" charset="0"/>
                <a:cs typeface="Times New Roman" panose="02020603050405020304" pitchFamily="18" charset="0"/>
              </a:rPr>
            </a:br>
            <a:r>
              <a:rPr lang="en-US" b="1" dirty="0">
                <a:solidFill>
                  <a:schemeClr val="tx1"/>
                </a:solidFill>
                <a:latin typeface="Times New Roman" panose="02020603050405020304" pitchFamily="18" charset="0"/>
                <a:cs typeface="Times New Roman" panose="02020603050405020304" pitchFamily="18" charset="0"/>
              </a:rPr>
              <a:t>Analyzing healthcare utilization patterns to support insurance planning, risk assessment, and policy development.</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797290" y="587368"/>
            <a:ext cx="10046070" cy="802641"/>
          </a:xfrm>
        </p:spPr>
        <p:txBody>
          <a:bodyPr>
            <a:normAutofit/>
          </a:bodyPr>
          <a:lstStyle/>
          <a:p>
            <a:r>
              <a:rPr lang="en-US" sz="4400" dirty="0">
                <a:solidFill>
                  <a:schemeClr val="accent2">
                    <a:lumMod val="75000"/>
                  </a:schemeClr>
                </a:solidFill>
                <a:latin typeface="Agency FB" panose="020B0503020202020204" pitchFamily="34" charset="0"/>
              </a:rPr>
              <a:t>Who are the End users?</a:t>
            </a:r>
            <a:endParaRPr lang="en-IN" sz="4400" dirty="0">
              <a:solidFill>
                <a:schemeClr val="accent2">
                  <a:lumMod val="75000"/>
                </a:schemeClr>
              </a:solidFill>
              <a:latin typeface="Agency FB" panose="020B0503020202020204" pitchFamily="34"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477532" y="1250334"/>
            <a:ext cx="6496181" cy="4357331"/>
          </a:xfrm>
        </p:spPr>
        <p:txBody>
          <a:bodyPr>
            <a:normAutofit/>
          </a:bodyPr>
          <a:lstStyle/>
          <a:p>
            <a:pPr>
              <a:buFont typeface="Wingdings" panose="05000000000000000000" pitchFamily="2" charset="2"/>
              <a:buChar char="q"/>
            </a:pPr>
            <a:r>
              <a:rPr lang="en-IN" sz="1800" b="1" i="1" u="sng" dirty="0">
                <a:solidFill>
                  <a:schemeClr val="tx1"/>
                </a:solidFill>
                <a:latin typeface="Times New Roman" panose="02020603050405020304" pitchFamily="18" charset="0"/>
                <a:cs typeface="Times New Roman" panose="02020603050405020304" pitchFamily="18" charset="0"/>
              </a:rPr>
              <a:t>Python :</a:t>
            </a:r>
          </a:p>
          <a:p>
            <a:pPr>
              <a:buFont typeface="Wingdings" panose="05000000000000000000" pitchFamily="2" charset="2"/>
              <a:buChar char="v"/>
            </a:pPr>
            <a:r>
              <a:rPr lang="en-IN" sz="1800" b="1" i="1" dirty="0">
                <a:solidFill>
                  <a:schemeClr val="tx1"/>
                </a:solidFill>
                <a:latin typeface="Times New Roman" panose="02020603050405020304" pitchFamily="18" charset="0"/>
                <a:cs typeface="Times New Roman" panose="02020603050405020304" pitchFamily="18" charset="0"/>
              </a:rPr>
              <a:t>Pandas- </a:t>
            </a:r>
            <a:r>
              <a:rPr lang="en-US" sz="1800" i="1" dirty="0">
                <a:solidFill>
                  <a:schemeClr val="tx1"/>
                </a:solidFill>
                <a:latin typeface="Times New Roman" panose="02020603050405020304" pitchFamily="18" charset="0"/>
                <a:cs typeface="Times New Roman" panose="02020603050405020304" pitchFamily="18" charset="0"/>
              </a:rPr>
              <a:t>Data loading, cleaning and grouping</a:t>
            </a:r>
            <a:endParaRPr lang="en-IN" sz="1800" b="1" i="1"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IN" sz="1800" b="1" i="1" dirty="0">
                <a:solidFill>
                  <a:schemeClr val="tx1"/>
                </a:solidFill>
                <a:latin typeface="Times New Roman" panose="02020603050405020304" pitchFamily="18" charset="0"/>
                <a:cs typeface="Times New Roman" panose="02020603050405020304" pitchFamily="18" charset="0"/>
              </a:rPr>
              <a:t>NumPy- </a:t>
            </a:r>
            <a:r>
              <a:rPr lang="en-IN" sz="1800" i="1" dirty="0">
                <a:solidFill>
                  <a:schemeClr val="tx1"/>
                </a:solidFill>
                <a:latin typeface="Times New Roman" panose="02020603050405020304" pitchFamily="18" charset="0"/>
                <a:cs typeface="Times New Roman" panose="02020603050405020304" pitchFamily="18" charset="0"/>
              </a:rPr>
              <a:t>Numerical operations</a:t>
            </a:r>
            <a:endParaRPr lang="en-IN" sz="1800" b="1" i="1"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IN" sz="1800" b="1" i="1" dirty="0">
                <a:solidFill>
                  <a:schemeClr val="tx1"/>
                </a:solidFill>
                <a:latin typeface="Times New Roman" panose="02020603050405020304" pitchFamily="18" charset="0"/>
                <a:cs typeface="Times New Roman" panose="02020603050405020304" pitchFamily="18" charset="0"/>
              </a:rPr>
              <a:t>Matplotlib- </a:t>
            </a:r>
            <a:r>
              <a:rPr lang="en-IN" sz="1800" i="1" dirty="0">
                <a:solidFill>
                  <a:schemeClr val="tx1"/>
                </a:solidFill>
                <a:latin typeface="Times New Roman" panose="02020603050405020304" pitchFamily="18" charset="0"/>
                <a:cs typeface="Times New Roman" panose="02020603050405020304" pitchFamily="18" charset="0"/>
              </a:rPr>
              <a:t>Data visualization</a:t>
            </a:r>
            <a:r>
              <a:rPr lang="en-IN" sz="1800" b="1" i="1" dirty="0">
                <a:solidFill>
                  <a:schemeClr val="tx1"/>
                </a:solidFill>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r>
              <a:rPr lang="en-IN" sz="1800" b="1" i="1" dirty="0">
                <a:solidFill>
                  <a:schemeClr val="tx1"/>
                </a:solidFill>
                <a:latin typeface="Times New Roman" panose="02020603050405020304" pitchFamily="18" charset="0"/>
                <a:cs typeface="Times New Roman" panose="02020603050405020304" pitchFamily="18" charset="0"/>
              </a:rPr>
              <a:t>Seaborn- </a:t>
            </a:r>
            <a:r>
              <a:rPr lang="en-IN" sz="1800" i="1" dirty="0">
                <a:solidFill>
                  <a:schemeClr val="tx1"/>
                </a:solidFill>
                <a:latin typeface="Times New Roman" panose="02020603050405020304" pitchFamily="18" charset="0"/>
                <a:cs typeface="Times New Roman" panose="02020603050405020304" pitchFamily="18" charset="0"/>
              </a:rPr>
              <a:t>Statistical charts</a:t>
            </a:r>
            <a:endParaRPr lang="en-IN" sz="1800" b="1" i="1"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IN" sz="1800" b="1" i="1" dirty="0">
                <a:solidFill>
                  <a:schemeClr val="tx1"/>
                </a:solidFill>
                <a:latin typeface="Times New Roman" panose="02020603050405020304" pitchFamily="18" charset="0"/>
                <a:cs typeface="Times New Roman" panose="02020603050405020304" pitchFamily="18" charset="0"/>
              </a:rPr>
              <a:t>SciPy- </a:t>
            </a:r>
            <a:r>
              <a:rPr lang="en-IN" sz="1800" i="1" dirty="0">
                <a:solidFill>
                  <a:schemeClr val="tx1"/>
                </a:solidFill>
                <a:latin typeface="Times New Roman" panose="02020603050405020304" pitchFamily="18" charset="0"/>
                <a:cs typeface="Times New Roman" panose="02020603050405020304" pitchFamily="18" charset="0"/>
              </a:rPr>
              <a:t>ANOVA statistical test</a:t>
            </a:r>
            <a:endParaRPr lang="en-IN" sz="1800" b="1" i="1"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1800" b="1" i="1" u="sng" dirty="0">
                <a:solidFill>
                  <a:schemeClr val="tx1"/>
                </a:solidFill>
                <a:latin typeface="Times New Roman" panose="02020603050405020304" pitchFamily="18" charset="0"/>
                <a:cs typeface="Times New Roman" panose="02020603050405020304" pitchFamily="18" charset="0"/>
              </a:rPr>
              <a:t>Platform :</a:t>
            </a:r>
          </a:p>
          <a:p>
            <a:pPr lvl="0">
              <a:buFont typeface="Wingdings" panose="05000000000000000000" pitchFamily="2" charset="2"/>
              <a:buChar char="v"/>
            </a:pPr>
            <a:r>
              <a:rPr lang="en-IN" sz="1800" b="1" i="1" dirty="0">
                <a:solidFill>
                  <a:schemeClr val="tx1"/>
                </a:solidFill>
                <a:latin typeface="Times New Roman" panose="02020603050405020304" pitchFamily="18" charset="0"/>
                <a:cs typeface="Times New Roman" panose="02020603050405020304" pitchFamily="18" charset="0"/>
              </a:rPr>
              <a:t>Google Colab / Jupyter Notebook &amp; Github Reposit Hosting</a:t>
            </a:r>
          </a:p>
          <a:p>
            <a:pPr lvl="1">
              <a:lnSpc>
                <a:spcPct val="150000"/>
              </a:lnSpc>
            </a:pPr>
            <a:endParaRPr lang="en-IN" sz="1800" i="1" dirty="0">
              <a:solidFill>
                <a:schemeClr val="tx1"/>
              </a:solidFill>
              <a:latin typeface="Times New Roman" panose="02020603050405020304" pitchFamily="18" charset="0"/>
              <a:cs typeface="Times New Roman" panose="02020603050405020304" pitchFamily="18" charset="0"/>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1337573" y="402517"/>
            <a:ext cx="5306291" cy="847817"/>
          </a:xfrm>
        </p:spPr>
        <p:txBody>
          <a:bodyPr>
            <a:normAutofit/>
          </a:bodyPr>
          <a:lstStyle/>
          <a:p>
            <a:r>
              <a:rPr lang="en-US" dirty="0">
                <a:solidFill>
                  <a:schemeClr val="accent2">
                    <a:lumMod val="75000"/>
                  </a:schemeClr>
                </a:solidFill>
                <a:latin typeface="Agency FB" panose="020B0503020202020204" pitchFamily="34" charset="0"/>
              </a:rPr>
              <a:t>Technology Used :</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latin typeface="Agency FB" panose="020B0503020202020204" pitchFamily="34" charset="0"/>
              </a:rPr>
              <a:t>RESULTS : </a:t>
            </a:r>
            <a:endParaRPr lang="en-IN" dirty="0">
              <a:latin typeface="Agency FB" panose="020B0503020202020204" pitchFamily="34" charset="0"/>
            </a:endParaRPr>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DF760FB3-7A53-1FF5-5884-7ABDC11A9D7A}"/>
              </a:ext>
            </a:extLst>
          </p:cNvPr>
          <p:cNvPicPr>
            <a:picLocks noChangeAspect="1"/>
          </p:cNvPicPr>
          <p:nvPr/>
        </p:nvPicPr>
        <p:blipFill>
          <a:blip r:embed="rId3"/>
          <a:stretch>
            <a:fillRect/>
          </a:stretch>
        </p:blipFill>
        <p:spPr>
          <a:xfrm>
            <a:off x="5130114" y="1201586"/>
            <a:ext cx="2945385" cy="4673090"/>
          </a:xfrm>
          <a:prstGeom prst="rect">
            <a:avLst/>
          </a:prstGeom>
        </p:spPr>
      </p:pic>
      <p:pic>
        <p:nvPicPr>
          <p:cNvPr id="7" name="Picture 6">
            <a:extLst>
              <a:ext uri="{FF2B5EF4-FFF2-40B4-BE49-F238E27FC236}">
                <a16:creationId xmlns:a16="http://schemas.microsoft.com/office/drawing/2014/main" id="{8EF94218-352D-3A75-4EE0-75A89255314F}"/>
              </a:ext>
            </a:extLst>
          </p:cNvPr>
          <p:cNvPicPr>
            <a:picLocks noChangeAspect="1"/>
          </p:cNvPicPr>
          <p:nvPr/>
        </p:nvPicPr>
        <p:blipFill>
          <a:blip r:embed="rId4"/>
          <a:stretch>
            <a:fillRect/>
          </a:stretch>
        </p:blipFill>
        <p:spPr>
          <a:xfrm>
            <a:off x="694086" y="1545908"/>
            <a:ext cx="3837165" cy="4036721"/>
          </a:xfrm>
          <a:prstGeom prst="rect">
            <a:avLst/>
          </a:prstGeom>
        </p:spPr>
      </p:pic>
      <p:pic>
        <p:nvPicPr>
          <p:cNvPr id="11" name="Picture 10">
            <a:extLst>
              <a:ext uri="{FF2B5EF4-FFF2-40B4-BE49-F238E27FC236}">
                <a16:creationId xmlns:a16="http://schemas.microsoft.com/office/drawing/2014/main" id="{9A844946-F66D-4A39-A712-AAB4DB47732F}"/>
              </a:ext>
            </a:extLst>
          </p:cNvPr>
          <p:cNvPicPr>
            <a:picLocks noChangeAspect="1"/>
          </p:cNvPicPr>
          <p:nvPr/>
        </p:nvPicPr>
        <p:blipFill>
          <a:blip r:embed="rId5"/>
          <a:stretch>
            <a:fillRect/>
          </a:stretch>
        </p:blipFill>
        <p:spPr>
          <a:xfrm>
            <a:off x="8674362" y="1082583"/>
            <a:ext cx="2775245" cy="4911096"/>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EB0C7-53BA-824A-6AA7-54634F47CA6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35C7B6A-BB35-2C07-3F77-F0BC854557B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9A460B1-4E91-08F1-A4D0-4F6FB683F414}"/>
              </a:ext>
            </a:extLst>
          </p:cNvPr>
          <p:cNvSpPr>
            <a:spLocks noGrp="1"/>
          </p:cNvSpPr>
          <p:nvPr>
            <p:ph type="title"/>
          </p:nvPr>
        </p:nvSpPr>
        <p:spPr>
          <a:xfrm>
            <a:off x="675957" y="370589"/>
            <a:ext cx="2981643" cy="830997"/>
          </a:xfrm>
        </p:spPr>
        <p:txBody>
          <a:bodyPr>
            <a:normAutofit/>
          </a:bodyPr>
          <a:lstStyle/>
          <a:p>
            <a:r>
              <a:rPr lang="en-GB" dirty="0">
                <a:latin typeface="Agency FB" panose="020B0503020202020204" pitchFamily="34" charset="0"/>
              </a:rPr>
              <a:t>RESULTS : </a:t>
            </a:r>
            <a:endParaRPr lang="en-IN" dirty="0">
              <a:latin typeface="Agency FB" panose="020B0503020202020204" pitchFamily="34" charset="0"/>
            </a:endParaRPr>
          </a:p>
        </p:txBody>
      </p:sp>
      <p:sp>
        <p:nvSpPr>
          <p:cNvPr id="8" name="Text Placeholder 30">
            <a:extLst>
              <a:ext uri="{FF2B5EF4-FFF2-40B4-BE49-F238E27FC236}">
                <a16:creationId xmlns:a16="http://schemas.microsoft.com/office/drawing/2014/main" id="{6B07BD39-4785-B4DD-A255-320313CADD5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829EFB28-B663-599F-1B34-7F3F557FF1B6}"/>
              </a:ext>
            </a:extLst>
          </p:cNvPr>
          <p:cNvPicPr>
            <a:picLocks noChangeAspect="1"/>
          </p:cNvPicPr>
          <p:nvPr/>
        </p:nvPicPr>
        <p:blipFill>
          <a:blip r:embed="rId3"/>
          <a:stretch>
            <a:fillRect/>
          </a:stretch>
        </p:blipFill>
        <p:spPr>
          <a:xfrm>
            <a:off x="8068196" y="1013453"/>
            <a:ext cx="3261280" cy="5266050"/>
          </a:xfrm>
          <a:prstGeom prst="rect">
            <a:avLst/>
          </a:prstGeom>
        </p:spPr>
      </p:pic>
      <p:pic>
        <p:nvPicPr>
          <p:cNvPr id="10" name="Picture 9">
            <a:extLst>
              <a:ext uri="{FF2B5EF4-FFF2-40B4-BE49-F238E27FC236}">
                <a16:creationId xmlns:a16="http://schemas.microsoft.com/office/drawing/2014/main" id="{1C2EEC50-05FB-B7EA-3503-BC6837AE4812}"/>
              </a:ext>
            </a:extLst>
          </p:cNvPr>
          <p:cNvPicPr>
            <a:picLocks noChangeAspect="1"/>
          </p:cNvPicPr>
          <p:nvPr/>
        </p:nvPicPr>
        <p:blipFill>
          <a:blip r:embed="rId4"/>
          <a:stretch>
            <a:fillRect/>
          </a:stretch>
        </p:blipFill>
        <p:spPr>
          <a:xfrm>
            <a:off x="4085205" y="1079914"/>
            <a:ext cx="3501818" cy="5129616"/>
          </a:xfrm>
          <a:prstGeom prst="rect">
            <a:avLst/>
          </a:prstGeom>
        </p:spPr>
      </p:pic>
      <p:pic>
        <p:nvPicPr>
          <p:cNvPr id="12" name="Picture 11">
            <a:extLst>
              <a:ext uri="{FF2B5EF4-FFF2-40B4-BE49-F238E27FC236}">
                <a16:creationId xmlns:a16="http://schemas.microsoft.com/office/drawing/2014/main" id="{D4913680-86F2-684C-F5EA-530BDF9D3B77}"/>
              </a:ext>
            </a:extLst>
          </p:cNvPr>
          <p:cNvPicPr>
            <a:picLocks noChangeAspect="1"/>
          </p:cNvPicPr>
          <p:nvPr/>
        </p:nvPicPr>
        <p:blipFill>
          <a:blip r:embed="rId5"/>
          <a:stretch>
            <a:fillRect/>
          </a:stretch>
        </p:blipFill>
        <p:spPr>
          <a:xfrm>
            <a:off x="783092" y="1275371"/>
            <a:ext cx="2874508" cy="4738702"/>
          </a:xfrm>
          <a:prstGeom prst="rect">
            <a:avLst/>
          </a:prstGeom>
        </p:spPr>
      </p:pic>
    </p:spTree>
    <p:extLst>
      <p:ext uri="{BB962C8B-B14F-4D97-AF65-F5344CB8AC3E}">
        <p14:creationId xmlns:p14="http://schemas.microsoft.com/office/powerpoint/2010/main" val="4069334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29550-F15F-22F3-0AF4-296D6EE389F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D1722E7-A2A1-AD21-AEE9-844A1B54D3C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F88F345-E75F-BF64-D962-9CE7FD504C35}"/>
              </a:ext>
            </a:extLst>
          </p:cNvPr>
          <p:cNvSpPr>
            <a:spLocks noGrp="1"/>
          </p:cNvSpPr>
          <p:nvPr>
            <p:ph type="title"/>
          </p:nvPr>
        </p:nvSpPr>
        <p:spPr>
          <a:xfrm>
            <a:off x="675957" y="370589"/>
            <a:ext cx="2981643" cy="830997"/>
          </a:xfrm>
        </p:spPr>
        <p:txBody>
          <a:bodyPr>
            <a:normAutofit/>
          </a:bodyPr>
          <a:lstStyle/>
          <a:p>
            <a:r>
              <a:rPr lang="en-GB" dirty="0">
                <a:latin typeface="Agency FB" panose="020B0503020202020204" pitchFamily="34" charset="0"/>
              </a:rPr>
              <a:t>RESULTS : </a:t>
            </a:r>
            <a:endParaRPr lang="en-IN" dirty="0">
              <a:latin typeface="Agency FB" panose="020B0503020202020204" pitchFamily="34" charset="0"/>
            </a:endParaRPr>
          </a:p>
        </p:txBody>
      </p:sp>
      <p:sp>
        <p:nvSpPr>
          <p:cNvPr id="8" name="Text Placeholder 30">
            <a:extLst>
              <a:ext uri="{FF2B5EF4-FFF2-40B4-BE49-F238E27FC236}">
                <a16:creationId xmlns:a16="http://schemas.microsoft.com/office/drawing/2014/main" id="{5DB24189-FABF-D703-1001-7CACDDDBC5D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8706E5AB-4AE5-69D8-8F0B-14AD65FEDB47}"/>
              </a:ext>
            </a:extLst>
          </p:cNvPr>
          <p:cNvPicPr>
            <a:picLocks noChangeAspect="1"/>
          </p:cNvPicPr>
          <p:nvPr/>
        </p:nvPicPr>
        <p:blipFill>
          <a:blip r:embed="rId3"/>
          <a:srcRect r="25042"/>
          <a:stretch>
            <a:fillRect/>
          </a:stretch>
        </p:blipFill>
        <p:spPr>
          <a:xfrm>
            <a:off x="7997303" y="1447880"/>
            <a:ext cx="3227424" cy="4534293"/>
          </a:xfrm>
          <a:prstGeom prst="rect">
            <a:avLst/>
          </a:prstGeom>
        </p:spPr>
      </p:pic>
      <p:pic>
        <p:nvPicPr>
          <p:cNvPr id="10" name="Picture 9">
            <a:extLst>
              <a:ext uri="{FF2B5EF4-FFF2-40B4-BE49-F238E27FC236}">
                <a16:creationId xmlns:a16="http://schemas.microsoft.com/office/drawing/2014/main" id="{F456C3B3-DE5A-605D-53EC-EB6BA3CD6C86}"/>
              </a:ext>
            </a:extLst>
          </p:cNvPr>
          <p:cNvPicPr>
            <a:picLocks noChangeAspect="1"/>
          </p:cNvPicPr>
          <p:nvPr/>
        </p:nvPicPr>
        <p:blipFill>
          <a:blip r:embed="rId4"/>
          <a:stretch>
            <a:fillRect/>
          </a:stretch>
        </p:blipFill>
        <p:spPr>
          <a:xfrm>
            <a:off x="4528072" y="1201584"/>
            <a:ext cx="2881264" cy="5026886"/>
          </a:xfrm>
          <a:prstGeom prst="rect">
            <a:avLst/>
          </a:prstGeom>
        </p:spPr>
      </p:pic>
      <p:pic>
        <p:nvPicPr>
          <p:cNvPr id="12" name="Picture 11">
            <a:extLst>
              <a:ext uri="{FF2B5EF4-FFF2-40B4-BE49-F238E27FC236}">
                <a16:creationId xmlns:a16="http://schemas.microsoft.com/office/drawing/2014/main" id="{DECF30CF-9C47-D991-C365-1CBD892ACC57}"/>
              </a:ext>
            </a:extLst>
          </p:cNvPr>
          <p:cNvPicPr>
            <a:picLocks noChangeAspect="1"/>
          </p:cNvPicPr>
          <p:nvPr/>
        </p:nvPicPr>
        <p:blipFill>
          <a:blip r:embed="rId5"/>
          <a:stretch>
            <a:fillRect/>
          </a:stretch>
        </p:blipFill>
        <p:spPr>
          <a:xfrm>
            <a:off x="805999" y="1576081"/>
            <a:ext cx="3134106" cy="4277894"/>
          </a:xfrm>
          <a:prstGeom prst="rect">
            <a:avLst/>
          </a:prstGeom>
        </p:spPr>
      </p:pic>
    </p:spTree>
    <p:extLst>
      <p:ext uri="{BB962C8B-B14F-4D97-AF65-F5344CB8AC3E}">
        <p14:creationId xmlns:p14="http://schemas.microsoft.com/office/powerpoint/2010/main" val="4284086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9F3C1-03E6-9371-C538-F1388BA61ED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4E5159-BB8A-64B7-5392-71E9A0CA869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9780DFB-FE6D-5B0B-B7F7-8CAE952CDB22}"/>
              </a:ext>
            </a:extLst>
          </p:cNvPr>
          <p:cNvSpPr>
            <a:spLocks noGrp="1"/>
          </p:cNvSpPr>
          <p:nvPr>
            <p:ph type="title"/>
          </p:nvPr>
        </p:nvSpPr>
        <p:spPr>
          <a:xfrm>
            <a:off x="675957" y="370589"/>
            <a:ext cx="2981643" cy="830997"/>
          </a:xfrm>
        </p:spPr>
        <p:txBody>
          <a:bodyPr>
            <a:normAutofit/>
          </a:bodyPr>
          <a:lstStyle/>
          <a:p>
            <a:r>
              <a:rPr lang="en-GB" dirty="0">
                <a:latin typeface="Agency FB" panose="020B0503020202020204" pitchFamily="34" charset="0"/>
              </a:rPr>
              <a:t>RESULTS : </a:t>
            </a:r>
            <a:endParaRPr lang="en-IN" dirty="0">
              <a:latin typeface="Agency FB" panose="020B0503020202020204" pitchFamily="34" charset="0"/>
            </a:endParaRPr>
          </a:p>
        </p:txBody>
      </p:sp>
      <p:sp>
        <p:nvSpPr>
          <p:cNvPr id="8" name="Text Placeholder 30">
            <a:extLst>
              <a:ext uri="{FF2B5EF4-FFF2-40B4-BE49-F238E27FC236}">
                <a16:creationId xmlns:a16="http://schemas.microsoft.com/office/drawing/2014/main" id="{2D817A33-DE86-9BCC-A064-EB5729E0202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BF651A28-2E9A-7CC5-AE93-E4C56438CC58}"/>
              </a:ext>
            </a:extLst>
          </p:cNvPr>
          <p:cNvPicPr>
            <a:picLocks noChangeAspect="1"/>
          </p:cNvPicPr>
          <p:nvPr/>
        </p:nvPicPr>
        <p:blipFill>
          <a:blip r:embed="rId3"/>
          <a:stretch>
            <a:fillRect/>
          </a:stretch>
        </p:blipFill>
        <p:spPr>
          <a:xfrm>
            <a:off x="6381726" y="1375007"/>
            <a:ext cx="3488766" cy="4700586"/>
          </a:xfrm>
          <a:prstGeom prst="rect">
            <a:avLst/>
          </a:prstGeom>
        </p:spPr>
      </p:pic>
      <p:pic>
        <p:nvPicPr>
          <p:cNvPr id="10" name="Picture 9">
            <a:extLst>
              <a:ext uri="{FF2B5EF4-FFF2-40B4-BE49-F238E27FC236}">
                <a16:creationId xmlns:a16="http://schemas.microsoft.com/office/drawing/2014/main" id="{9BCF709E-C6C4-F3DD-B0E6-ED35D506ADA7}"/>
              </a:ext>
            </a:extLst>
          </p:cNvPr>
          <p:cNvPicPr>
            <a:picLocks noChangeAspect="1"/>
          </p:cNvPicPr>
          <p:nvPr/>
        </p:nvPicPr>
        <p:blipFill>
          <a:blip r:embed="rId4"/>
          <a:stretch>
            <a:fillRect/>
          </a:stretch>
        </p:blipFill>
        <p:spPr>
          <a:xfrm>
            <a:off x="2087003" y="1375007"/>
            <a:ext cx="3141194" cy="4630497"/>
          </a:xfrm>
          <a:prstGeom prst="rect">
            <a:avLst/>
          </a:prstGeom>
        </p:spPr>
      </p:pic>
    </p:spTree>
    <p:extLst>
      <p:ext uri="{BB962C8B-B14F-4D97-AF65-F5344CB8AC3E}">
        <p14:creationId xmlns:p14="http://schemas.microsoft.com/office/powerpoint/2010/main" val="1381160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E8A13-9EC2-BF0A-A778-8A2E12E9E50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CD62B66-E4A1-0126-94F3-8D4504BD8B6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CEDA869-4BF9-6DEC-11B8-82956CF7A194}"/>
              </a:ext>
            </a:extLst>
          </p:cNvPr>
          <p:cNvSpPr>
            <a:spLocks noGrp="1"/>
          </p:cNvSpPr>
          <p:nvPr>
            <p:ph type="title"/>
          </p:nvPr>
        </p:nvSpPr>
        <p:spPr>
          <a:xfrm>
            <a:off x="675957" y="370589"/>
            <a:ext cx="2981643" cy="830997"/>
          </a:xfrm>
        </p:spPr>
        <p:txBody>
          <a:bodyPr>
            <a:normAutofit/>
          </a:bodyPr>
          <a:lstStyle/>
          <a:p>
            <a:r>
              <a:rPr lang="en-GB" dirty="0">
                <a:latin typeface="Agency FB" panose="020B0503020202020204" pitchFamily="34" charset="0"/>
              </a:rPr>
              <a:t>RESULTS : </a:t>
            </a:r>
            <a:endParaRPr lang="en-IN" dirty="0">
              <a:latin typeface="Agency FB" panose="020B0503020202020204" pitchFamily="34" charset="0"/>
            </a:endParaRPr>
          </a:p>
        </p:txBody>
      </p:sp>
      <p:sp>
        <p:nvSpPr>
          <p:cNvPr id="8" name="Text Placeholder 30">
            <a:extLst>
              <a:ext uri="{FF2B5EF4-FFF2-40B4-BE49-F238E27FC236}">
                <a16:creationId xmlns:a16="http://schemas.microsoft.com/office/drawing/2014/main" id="{8C1966FC-7E37-133A-627A-F13B0922782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1BF1F741-32EA-35B3-AEB1-ED9DDC5AE907}"/>
              </a:ext>
            </a:extLst>
          </p:cNvPr>
          <p:cNvPicPr>
            <a:picLocks noChangeAspect="1"/>
          </p:cNvPicPr>
          <p:nvPr/>
        </p:nvPicPr>
        <p:blipFill>
          <a:blip r:embed="rId3"/>
          <a:stretch>
            <a:fillRect/>
          </a:stretch>
        </p:blipFill>
        <p:spPr>
          <a:xfrm>
            <a:off x="6129073" y="856573"/>
            <a:ext cx="4162592" cy="3802862"/>
          </a:xfrm>
          <a:prstGeom prst="rect">
            <a:avLst/>
          </a:prstGeom>
        </p:spPr>
      </p:pic>
      <p:pic>
        <p:nvPicPr>
          <p:cNvPr id="11" name="Picture 10">
            <a:extLst>
              <a:ext uri="{FF2B5EF4-FFF2-40B4-BE49-F238E27FC236}">
                <a16:creationId xmlns:a16="http://schemas.microsoft.com/office/drawing/2014/main" id="{28A784CD-90F5-579E-E8F0-915F64DCA66D}"/>
              </a:ext>
            </a:extLst>
          </p:cNvPr>
          <p:cNvPicPr>
            <a:picLocks noChangeAspect="1"/>
          </p:cNvPicPr>
          <p:nvPr/>
        </p:nvPicPr>
        <p:blipFill>
          <a:blip r:embed="rId4"/>
          <a:stretch>
            <a:fillRect/>
          </a:stretch>
        </p:blipFill>
        <p:spPr>
          <a:xfrm>
            <a:off x="1900335" y="3903289"/>
            <a:ext cx="3255584" cy="2583326"/>
          </a:xfrm>
          <a:prstGeom prst="rect">
            <a:avLst/>
          </a:prstGeom>
        </p:spPr>
      </p:pic>
      <p:pic>
        <p:nvPicPr>
          <p:cNvPr id="13" name="Picture 12">
            <a:extLst>
              <a:ext uri="{FF2B5EF4-FFF2-40B4-BE49-F238E27FC236}">
                <a16:creationId xmlns:a16="http://schemas.microsoft.com/office/drawing/2014/main" id="{1CBBF296-B801-609F-658B-FF2CD943BFCD}"/>
              </a:ext>
            </a:extLst>
          </p:cNvPr>
          <p:cNvPicPr>
            <a:picLocks noChangeAspect="1"/>
          </p:cNvPicPr>
          <p:nvPr/>
        </p:nvPicPr>
        <p:blipFill>
          <a:blip r:embed="rId5"/>
          <a:stretch>
            <a:fillRect/>
          </a:stretch>
        </p:blipFill>
        <p:spPr>
          <a:xfrm>
            <a:off x="5903901" y="4930141"/>
            <a:ext cx="4612935" cy="1304975"/>
          </a:xfrm>
          <a:prstGeom prst="rect">
            <a:avLst/>
          </a:prstGeom>
        </p:spPr>
      </p:pic>
      <p:pic>
        <p:nvPicPr>
          <p:cNvPr id="15" name="Picture 14">
            <a:extLst>
              <a:ext uri="{FF2B5EF4-FFF2-40B4-BE49-F238E27FC236}">
                <a16:creationId xmlns:a16="http://schemas.microsoft.com/office/drawing/2014/main" id="{BC6064DC-18A7-1A50-2485-46961790426B}"/>
              </a:ext>
            </a:extLst>
          </p:cNvPr>
          <p:cNvPicPr>
            <a:picLocks noChangeAspect="1"/>
          </p:cNvPicPr>
          <p:nvPr/>
        </p:nvPicPr>
        <p:blipFill>
          <a:blip r:embed="rId6"/>
          <a:stretch>
            <a:fillRect/>
          </a:stretch>
        </p:blipFill>
        <p:spPr>
          <a:xfrm>
            <a:off x="1743284" y="1424422"/>
            <a:ext cx="3572534" cy="2345018"/>
          </a:xfrm>
          <a:prstGeom prst="rect">
            <a:avLst/>
          </a:prstGeom>
        </p:spPr>
      </p:pic>
    </p:spTree>
    <p:extLst>
      <p:ext uri="{BB962C8B-B14F-4D97-AF65-F5344CB8AC3E}">
        <p14:creationId xmlns:p14="http://schemas.microsoft.com/office/powerpoint/2010/main" val="3521912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71AC9-B48D-8F29-4823-9C5862A9E14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F38477E-9184-892C-BD82-9357E6AE9D2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0D671DF-C0B8-702E-8698-69BACE0B16A8}"/>
              </a:ext>
            </a:extLst>
          </p:cNvPr>
          <p:cNvSpPr>
            <a:spLocks noGrp="1"/>
          </p:cNvSpPr>
          <p:nvPr>
            <p:ph type="title"/>
          </p:nvPr>
        </p:nvSpPr>
        <p:spPr>
          <a:xfrm>
            <a:off x="675957" y="370589"/>
            <a:ext cx="2981643" cy="830997"/>
          </a:xfrm>
        </p:spPr>
        <p:txBody>
          <a:bodyPr>
            <a:normAutofit/>
          </a:bodyPr>
          <a:lstStyle/>
          <a:p>
            <a:r>
              <a:rPr lang="en-GB" dirty="0">
                <a:latin typeface="Agency FB" panose="020B0503020202020204" pitchFamily="34" charset="0"/>
              </a:rPr>
              <a:t>RESULTS : </a:t>
            </a:r>
            <a:endParaRPr lang="en-IN" dirty="0">
              <a:latin typeface="Agency FB" panose="020B0503020202020204" pitchFamily="34" charset="0"/>
            </a:endParaRPr>
          </a:p>
        </p:txBody>
      </p:sp>
      <p:sp>
        <p:nvSpPr>
          <p:cNvPr id="8" name="Text Placeholder 30">
            <a:extLst>
              <a:ext uri="{FF2B5EF4-FFF2-40B4-BE49-F238E27FC236}">
                <a16:creationId xmlns:a16="http://schemas.microsoft.com/office/drawing/2014/main" id="{2E9B89FA-C091-2DC8-051D-7C66B7447EC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0" name="Picture 9">
            <a:extLst>
              <a:ext uri="{FF2B5EF4-FFF2-40B4-BE49-F238E27FC236}">
                <a16:creationId xmlns:a16="http://schemas.microsoft.com/office/drawing/2014/main" id="{CC3DD0B8-8E96-4FC5-2B0E-F753224CBFCE}"/>
              </a:ext>
            </a:extLst>
          </p:cNvPr>
          <p:cNvPicPr>
            <a:picLocks noChangeAspect="1"/>
          </p:cNvPicPr>
          <p:nvPr/>
        </p:nvPicPr>
        <p:blipFill>
          <a:blip r:embed="rId3"/>
          <a:srcRect l="1850" t="45144" r="552" b="104"/>
          <a:stretch>
            <a:fillRect/>
          </a:stretch>
        </p:blipFill>
        <p:spPr>
          <a:xfrm>
            <a:off x="6350234" y="498812"/>
            <a:ext cx="4460177" cy="2794894"/>
          </a:xfrm>
          <a:prstGeom prst="rect">
            <a:avLst/>
          </a:prstGeom>
        </p:spPr>
      </p:pic>
      <p:pic>
        <p:nvPicPr>
          <p:cNvPr id="12" name="Picture 11">
            <a:extLst>
              <a:ext uri="{FF2B5EF4-FFF2-40B4-BE49-F238E27FC236}">
                <a16:creationId xmlns:a16="http://schemas.microsoft.com/office/drawing/2014/main" id="{2D3483E9-7C3E-5475-D29E-5ED5CF7CFEB2}"/>
              </a:ext>
            </a:extLst>
          </p:cNvPr>
          <p:cNvPicPr>
            <a:picLocks noChangeAspect="1"/>
          </p:cNvPicPr>
          <p:nvPr/>
        </p:nvPicPr>
        <p:blipFill>
          <a:blip r:embed="rId4"/>
          <a:srcRect t="36758"/>
          <a:stretch>
            <a:fillRect/>
          </a:stretch>
        </p:blipFill>
        <p:spPr>
          <a:xfrm>
            <a:off x="6332299" y="3726101"/>
            <a:ext cx="4478112" cy="2352123"/>
          </a:xfrm>
          <a:prstGeom prst="rect">
            <a:avLst/>
          </a:prstGeom>
        </p:spPr>
      </p:pic>
      <p:pic>
        <p:nvPicPr>
          <p:cNvPr id="14" name="Picture 13">
            <a:extLst>
              <a:ext uri="{FF2B5EF4-FFF2-40B4-BE49-F238E27FC236}">
                <a16:creationId xmlns:a16="http://schemas.microsoft.com/office/drawing/2014/main" id="{B1658C53-71A1-C70E-DBDC-B41EDB62F88E}"/>
              </a:ext>
            </a:extLst>
          </p:cNvPr>
          <p:cNvPicPr>
            <a:picLocks noChangeAspect="1"/>
          </p:cNvPicPr>
          <p:nvPr/>
        </p:nvPicPr>
        <p:blipFill>
          <a:blip r:embed="rId5"/>
          <a:srcRect t="22948"/>
          <a:stretch>
            <a:fillRect/>
          </a:stretch>
        </p:blipFill>
        <p:spPr>
          <a:xfrm>
            <a:off x="1654392" y="3726101"/>
            <a:ext cx="3420683" cy="2549371"/>
          </a:xfrm>
          <a:prstGeom prst="rect">
            <a:avLst/>
          </a:prstGeom>
        </p:spPr>
      </p:pic>
      <p:pic>
        <p:nvPicPr>
          <p:cNvPr id="16" name="Picture 15">
            <a:extLst>
              <a:ext uri="{FF2B5EF4-FFF2-40B4-BE49-F238E27FC236}">
                <a16:creationId xmlns:a16="http://schemas.microsoft.com/office/drawing/2014/main" id="{FF25235A-5E90-1659-7D2C-5E7CC019F67F}"/>
              </a:ext>
            </a:extLst>
          </p:cNvPr>
          <p:cNvPicPr>
            <a:picLocks noChangeAspect="1"/>
          </p:cNvPicPr>
          <p:nvPr/>
        </p:nvPicPr>
        <p:blipFill>
          <a:blip r:embed="rId6"/>
          <a:srcRect t="42441"/>
          <a:stretch>
            <a:fillRect/>
          </a:stretch>
        </p:blipFill>
        <p:spPr>
          <a:xfrm>
            <a:off x="1616350" y="1399912"/>
            <a:ext cx="3496768" cy="2129741"/>
          </a:xfrm>
          <a:prstGeom prst="rect">
            <a:avLst/>
          </a:prstGeom>
        </p:spPr>
      </p:pic>
    </p:spTree>
    <p:extLst>
      <p:ext uri="{BB962C8B-B14F-4D97-AF65-F5344CB8AC3E}">
        <p14:creationId xmlns:p14="http://schemas.microsoft.com/office/powerpoint/2010/main" val="4199410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997E6-8FAB-6DBD-C4D9-E5486D95B99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FFC761B-FAB6-90E0-A52C-B982181AAC3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9022293-2C9C-744D-147C-873C4F0A9896}"/>
              </a:ext>
            </a:extLst>
          </p:cNvPr>
          <p:cNvSpPr>
            <a:spLocks noGrp="1"/>
          </p:cNvSpPr>
          <p:nvPr>
            <p:ph type="title"/>
          </p:nvPr>
        </p:nvSpPr>
        <p:spPr>
          <a:xfrm>
            <a:off x="675957" y="370589"/>
            <a:ext cx="2981643" cy="830997"/>
          </a:xfrm>
        </p:spPr>
        <p:txBody>
          <a:bodyPr>
            <a:normAutofit/>
          </a:bodyPr>
          <a:lstStyle/>
          <a:p>
            <a:r>
              <a:rPr lang="en-GB" dirty="0">
                <a:latin typeface="Agency FB" panose="020B0503020202020204" pitchFamily="34" charset="0"/>
              </a:rPr>
              <a:t>RESULTS : </a:t>
            </a:r>
            <a:endParaRPr lang="en-IN" dirty="0">
              <a:latin typeface="Agency FB" panose="020B0503020202020204" pitchFamily="34" charset="0"/>
            </a:endParaRPr>
          </a:p>
        </p:txBody>
      </p:sp>
      <p:sp>
        <p:nvSpPr>
          <p:cNvPr id="8" name="Text Placeholder 30">
            <a:extLst>
              <a:ext uri="{FF2B5EF4-FFF2-40B4-BE49-F238E27FC236}">
                <a16:creationId xmlns:a16="http://schemas.microsoft.com/office/drawing/2014/main" id="{9D7CA2FC-BDCF-380D-8708-DBACAF4F3C2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0" name="Picture 9">
            <a:extLst>
              <a:ext uri="{FF2B5EF4-FFF2-40B4-BE49-F238E27FC236}">
                <a16:creationId xmlns:a16="http://schemas.microsoft.com/office/drawing/2014/main" id="{27548020-CCCB-DE81-0048-842942061CD3}"/>
              </a:ext>
            </a:extLst>
          </p:cNvPr>
          <p:cNvPicPr>
            <a:picLocks noChangeAspect="1"/>
          </p:cNvPicPr>
          <p:nvPr/>
        </p:nvPicPr>
        <p:blipFill>
          <a:blip r:embed="rId3"/>
          <a:stretch>
            <a:fillRect/>
          </a:stretch>
        </p:blipFill>
        <p:spPr>
          <a:xfrm>
            <a:off x="1922056" y="3628874"/>
            <a:ext cx="2851514" cy="2353503"/>
          </a:xfrm>
          <a:prstGeom prst="rect">
            <a:avLst/>
          </a:prstGeom>
        </p:spPr>
      </p:pic>
      <p:pic>
        <p:nvPicPr>
          <p:cNvPr id="12" name="Picture 11">
            <a:extLst>
              <a:ext uri="{FF2B5EF4-FFF2-40B4-BE49-F238E27FC236}">
                <a16:creationId xmlns:a16="http://schemas.microsoft.com/office/drawing/2014/main" id="{148294FA-31AF-AA96-B4C8-75F44391A977}"/>
              </a:ext>
            </a:extLst>
          </p:cNvPr>
          <p:cNvPicPr>
            <a:picLocks noChangeAspect="1"/>
          </p:cNvPicPr>
          <p:nvPr/>
        </p:nvPicPr>
        <p:blipFill>
          <a:blip r:embed="rId4"/>
          <a:stretch>
            <a:fillRect/>
          </a:stretch>
        </p:blipFill>
        <p:spPr>
          <a:xfrm>
            <a:off x="1922056" y="1201586"/>
            <a:ext cx="2805563" cy="2353503"/>
          </a:xfrm>
          <a:prstGeom prst="rect">
            <a:avLst/>
          </a:prstGeom>
        </p:spPr>
      </p:pic>
      <p:pic>
        <p:nvPicPr>
          <p:cNvPr id="14" name="Picture 13">
            <a:extLst>
              <a:ext uri="{FF2B5EF4-FFF2-40B4-BE49-F238E27FC236}">
                <a16:creationId xmlns:a16="http://schemas.microsoft.com/office/drawing/2014/main" id="{0F3F7452-07ED-2A71-0FC3-042D7447A75F}"/>
              </a:ext>
            </a:extLst>
          </p:cNvPr>
          <p:cNvPicPr>
            <a:picLocks noChangeAspect="1"/>
          </p:cNvPicPr>
          <p:nvPr/>
        </p:nvPicPr>
        <p:blipFill>
          <a:blip r:embed="rId5"/>
          <a:stretch>
            <a:fillRect/>
          </a:stretch>
        </p:blipFill>
        <p:spPr>
          <a:xfrm>
            <a:off x="5944216" y="3569237"/>
            <a:ext cx="3958336" cy="2484984"/>
          </a:xfrm>
          <a:prstGeom prst="rect">
            <a:avLst/>
          </a:prstGeom>
        </p:spPr>
      </p:pic>
      <p:pic>
        <p:nvPicPr>
          <p:cNvPr id="16" name="Picture 15">
            <a:extLst>
              <a:ext uri="{FF2B5EF4-FFF2-40B4-BE49-F238E27FC236}">
                <a16:creationId xmlns:a16="http://schemas.microsoft.com/office/drawing/2014/main" id="{F7CD40F7-BA90-1A96-7B93-B5CA65113E83}"/>
              </a:ext>
            </a:extLst>
          </p:cNvPr>
          <p:cNvPicPr>
            <a:picLocks noChangeAspect="1"/>
          </p:cNvPicPr>
          <p:nvPr/>
        </p:nvPicPr>
        <p:blipFill>
          <a:blip r:embed="rId6"/>
          <a:stretch>
            <a:fillRect/>
          </a:stretch>
        </p:blipFill>
        <p:spPr>
          <a:xfrm>
            <a:off x="6081238" y="803779"/>
            <a:ext cx="3811820" cy="2661607"/>
          </a:xfrm>
          <a:prstGeom prst="rect">
            <a:avLst/>
          </a:prstGeom>
        </p:spPr>
      </p:pic>
    </p:spTree>
    <p:extLst>
      <p:ext uri="{BB962C8B-B14F-4D97-AF65-F5344CB8AC3E}">
        <p14:creationId xmlns:p14="http://schemas.microsoft.com/office/powerpoint/2010/main" val="4163071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2CBAD-D224-1CDA-7838-8CBAF1479B3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1E1D92A-DC05-0D10-B287-6B2FD548C2A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F9C08F1-AE0D-B45C-4685-3F9AC17B2A0C}"/>
              </a:ext>
            </a:extLst>
          </p:cNvPr>
          <p:cNvSpPr>
            <a:spLocks noGrp="1"/>
          </p:cNvSpPr>
          <p:nvPr>
            <p:ph type="title"/>
          </p:nvPr>
        </p:nvSpPr>
        <p:spPr>
          <a:xfrm>
            <a:off x="675957" y="370589"/>
            <a:ext cx="2981643" cy="830997"/>
          </a:xfrm>
        </p:spPr>
        <p:txBody>
          <a:bodyPr>
            <a:normAutofit/>
          </a:bodyPr>
          <a:lstStyle/>
          <a:p>
            <a:r>
              <a:rPr lang="en-GB" dirty="0">
                <a:latin typeface="Agency FB" panose="020B0503020202020204" pitchFamily="34" charset="0"/>
              </a:rPr>
              <a:t>RESULTS : </a:t>
            </a:r>
            <a:endParaRPr lang="en-IN" dirty="0">
              <a:latin typeface="Agency FB" panose="020B0503020202020204" pitchFamily="34" charset="0"/>
            </a:endParaRPr>
          </a:p>
        </p:txBody>
      </p:sp>
      <p:sp>
        <p:nvSpPr>
          <p:cNvPr id="8" name="Text Placeholder 30">
            <a:extLst>
              <a:ext uri="{FF2B5EF4-FFF2-40B4-BE49-F238E27FC236}">
                <a16:creationId xmlns:a16="http://schemas.microsoft.com/office/drawing/2014/main" id="{61A428FA-685F-301D-82D5-7E2630D76F5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0" name="Picture 9">
            <a:extLst>
              <a:ext uri="{FF2B5EF4-FFF2-40B4-BE49-F238E27FC236}">
                <a16:creationId xmlns:a16="http://schemas.microsoft.com/office/drawing/2014/main" id="{743607B8-C248-A242-77ED-B84CD816ABE7}"/>
              </a:ext>
            </a:extLst>
          </p:cNvPr>
          <p:cNvPicPr>
            <a:picLocks noChangeAspect="1"/>
          </p:cNvPicPr>
          <p:nvPr/>
        </p:nvPicPr>
        <p:blipFill>
          <a:blip r:embed="rId3"/>
          <a:stretch>
            <a:fillRect/>
          </a:stretch>
        </p:blipFill>
        <p:spPr>
          <a:xfrm>
            <a:off x="6717001" y="3750235"/>
            <a:ext cx="3424609" cy="2575177"/>
          </a:xfrm>
          <a:prstGeom prst="rect">
            <a:avLst/>
          </a:prstGeom>
        </p:spPr>
      </p:pic>
      <p:pic>
        <p:nvPicPr>
          <p:cNvPr id="12" name="Picture 11">
            <a:extLst>
              <a:ext uri="{FF2B5EF4-FFF2-40B4-BE49-F238E27FC236}">
                <a16:creationId xmlns:a16="http://schemas.microsoft.com/office/drawing/2014/main" id="{F760E5F8-ABDC-CD0F-CE4B-9121CDE8C360}"/>
              </a:ext>
            </a:extLst>
          </p:cNvPr>
          <p:cNvPicPr>
            <a:picLocks noChangeAspect="1"/>
          </p:cNvPicPr>
          <p:nvPr/>
        </p:nvPicPr>
        <p:blipFill>
          <a:blip r:embed="rId4"/>
          <a:stretch>
            <a:fillRect/>
          </a:stretch>
        </p:blipFill>
        <p:spPr>
          <a:xfrm>
            <a:off x="1767723" y="4035959"/>
            <a:ext cx="3176537" cy="2388637"/>
          </a:xfrm>
          <a:prstGeom prst="rect">
            <a:avLst/>
          </a:prstGeom>
        </p:spPr>
      </p:pic>
      <p:pic>
        <p:nvPicPr>
          <p:cNvPr id="14" name="Picture 13">
            <a:extLst>
              <a:ext uri="{FF2B5EF4-FFF2-40B4-BE49-F238E27FC236}">
                <a16:creationId xmlns:a16="http://schemas.microsoft.com/office/drawing/2014/main" id="{6ADB2FDA-B981-EBB3-0827-2CA7C1454B30}"/>
              </a:ext>
            </a:extLst>
          </p:cNvPr>
          <p:cNvPicPr>
            <a:picLocks noChangeAspect="1"/>
          </p:cNvPicPr>
          <p:nvPr/>
        </p:nvPicPr>
        <p:blipFill>
          <a:blip r:embed="rId5"/>
          <a:srcRect t="46259"/>
          <a:stretch>
            <a:fillRect/>
          </a:stretch>
        </p:blipFill>
        <p:spPr>
          <a:xfrm>
            <a:off x="6562956" y="1082350"/>
            <a:ext cx="3951903" cy="2491273"/>
          </a:xfrm>
          <a:prstGeom prst="rect">
            <a:avLst/>
          </a:prstGeom>
        </p:spPr>
      </p:pic>
      <p:pic>
        <p:nvPicPr>
          <p:cNvPr id="16" name="Picture 15">
            <a:extLst>
              <a:ext uri="{FF2B5EF4-FFF2-40B4-BE49-F238E27FC236}">
                <a16:creationId xmlns:a16="http://schemas.microsoft.com/office/drawing/2014/main" id="{F68030E0-8BF3-393B-1151-297CB423390A}"/>
              </a:ext>
            </a:extLst>
          </p:cNvPr>
          <p:cNvPicPr>
            <a:picLocks noChangeAspect="1"/>
          </p:cNvPicPr>
          <p:nvPr/>
        </p:nvPicPr>
        <p:blipFill>
          <a:blip r:embed="rId6"/>
          <a:srcRect t="34462"/>
          <a:stretch>
            <a:fillRect/>
          </a:stretch>
        </p:blipFill>
        <p:spPr>
          <a:xfrm>
            <a:off x="1566743" y="1361598"/>
            <a:ext cx="3578499" cy="2388637"/>
          </a:xfrm>
          <a:prstGeom prst="rect">
            <a:avLst/>
          </a:prstGeom>
        </p:spPr>
      </p:pic>
    </p:spTree>
    <p:extLst>
      <p:ext uri="{BB962C8B-B14F-4D97-AF65-F5344CB8AC3E}">
        <p14:creationId xmlns:p14="http://schemas.microsoft.com/office/powerpoint/2010/main" val="277844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C9E8D-9F9C-7057-BA6A-F817868EE6C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D0DE521-9AD2-8175-6AE6-32C494DBF46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038F5E7-22C7-5AB9-835F-D38E75C79BA0}"/>
              </a:ext>
            </a:extLst>
          </p:cNvPr>
          <p:cNvSpPr>
            <a:spLocks noGrp="1"/>
          </p:cNvSpPr>
          <p:nvPr>
            <p:ph type="title"/>
          </p:nvPr>
        </p:nvSpPr>
        <p:spPr>
          <a:xfrm>
            <a:off x="675957" y="370589"/>
            <a:ext cx="2981643" cy="830997"/>
          </a:xfrm>
        </p:spPr>
        <p:txBody>
          <a:bodyPr>
            <a:normAutofit/>
          </a:bodyPr>
          <a:lstStyle/>
          <a:p>
            <a:r>
              <a:rPr lang="en-GB" dirty="0">
                <a:latin typeface="Agency FB" panose="020B0503020202020204" pitchFamily="34" charset="0"/>
              </a:rPr>
              <a:t>RESULTS : </a:t>
            </a:r>
            <a:endParaRPr lang="en-IN" dirty="0">
              <a:latin typeface="Agency FB" panose="020B0503020202020204" pitchFamily="34" charset="0"/>
            </a:endParaRPr>
          </a:p>
        </p:txBody>
      </p:sp>
      <p:sp>
        <p:nvSpPr>
          <p:cNvPr id="8" name="Text Placeholder 30">
            <a:extLst>
              <a:ext uri="{FF2B5EF4-FFF2-40B4-BE49-F238E27FC236}">
                <a16:creationId xmlns:a16="http://schemas.microsoft.com/office/drawing/2014/main" id="{9A40B6BD-61D3-21CC-C977-A1256BEF0ADC}"/>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AB7CC29-1546-01AF-F576-ABA01910389B}"/>
              </a:ext>
            </a:extLst>
          </p:cNvPr>
          <p:cNvPicPr>
            <a:picLocks noChangeAspect="1"/>
          </p:cNvPicPr>
          <p:nvPr/>
        </p:nvPicPr>
        <p:blipFill>
          <a:blip r:embed="rId3"/>
          <a:stretch>
            <a:fillRect/>
          </a:stretch>
        </p:blipFill>
        <p:spPr>
          <a:xfrm>
            <a:off x="6518296" y="3840973"/>
            <a:ext cx="3394451" cy="2568629"/>
          </a:xfrm>
          <a:prstGeom prst="rect">
            <a:avLst/>
          </a:prstGeom>
        </p:spPr>
      </p:pic>
      <p:pic>
        <p:nvPicPr>
          <p:cNvPr id="7" name="Picture 6">
            <a:extLst>
              <a:ext uri="{FF2B5EF4-FFF2-40B4-BE49-F238E27FC236}">
                <a16:creationId xmlns:a16="http://schemas.microsoft.com/office/drawing/2014/main" id="{7D5B5ABE-308C-966B-8DAF-D98879460B03}"/>
              </a:ext>
            </a:extLst>
          </p:cNvPr>
          <p:cNvPicPr>
            <a:picLocks noChangeAspect="1"/>
          </p:cNvPicPr>
          <p:nvPr/>
        </p:nvPicPr>
        <p:blipFill>
          <a:blip r:embed="rId4"/>
          <a:stretch>
            <a:fillRect/>
          </a:stretch>
        </p:blipFill>
        <p:spPr>
          <a:xfrm>
            <a:off x="6096000" y="1072358"/>
            <a:ext cx="4002995" cy="2681727"/>
          </a:xfrm>
          <a:prstGeom prst="rect">
            <a:avLst/>
          </a:prstGeom>
        </p:spPr>
      </p:pic>
      <p:pic>
        <p:nvPicPr>
          <p:cNvPr id="14" name="Picture 13">
            <a:extLst>
              <a:ext uri="{FF2B5EF4-FFF2-40B4-BE49-F238E27FC236}">
                <a16:creationId xmlns:a16="http://schemas.microsoft.com/office/drawing/2014/main" id="{FEDC5E55-F203-B45F-133E-85FBA9A1FB1E}"/>
              </a:ext>
            </a:extLst>
          </p:cNvPr>
          <p:cNvPicPr>
            <a:picLocks noChangeAspect="1"/>
          </p:cNvPicPr>
          <p:nvPr/>
        </p:nvPicPr>
        <p:blipFill>
          <a:blip r:embed="rId5"/>
          <a:stretch>
            <a:fillRect/>
          </a:stretch>
        </p:blipFill>
        <p:spPr>
          <a:xfrm>
            <a:off x="1442316" y="3840973"/>
            <a:ext cx="3441198" cy="2402820"/>
          </a:xfrm>
          <a:prstGeom prst="rect">
            <a:avLst/>
          </a:prstGeom>
        </p:spPr>
      </p:pic>
      <p:pic>
        <p:nvPicPr>
          <p:cNvPr id="16" name="Picture 15">
            <a:extLst>
              <a:ext uri="{FF2B5EF4-FFF2-40B4-BE49-F238E27FC236}">
                <a16:creationId xmlns:a16="http://schemas.microsoft.com/office/drawing/2014/main" id="{F8CD3CCD-B7A1-FA77-AEF7-2E2E8A5C9D19}"/>
              </a:ext>
            </a:extLst>
          </p:cNvPr>
          <p:cNvPicPr>
            <a:picLocks noChangeAspect="1"/>
          </p:cNvPicPr>
          <p:nvPr/>
        </p:nvPicPr>
        <p:blipFill>
          <a:blip r:embed="rId6"/>
          <a:stretch>
            <a:fillRect/>
          </a:stretch>
        </p:blipFill>
        <p:spPr>
          <a:xfrm>
            <a:off x="1442316" y="1245030"/>
            <a:ext cx="3394451" cy="2552499"/>
          </a:xfrm>
          <a:prstGeom prst="rect">
            <a:avLst/>
          </a:prstGeom>
        </p:spPr>
      </p:pic>
    </p:spTree>
    <p:extLst>
      <p:ext uri="{BB962C8B-B14F-4D97-AF65-F5344CB8AC3E}">
        <p14:creationId xmlns:p14="http://schemas.microsoft.com/office/powerpoint/2010/main" val="2077898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9F4E1ABC-3E4D-9C08-6C01-E717A89692C2}"/>
              </a:ext>
            </a:extLst>
          </p:cNvPr>
          <p:cNvSpPr>
            <a:spLocks noGrp="1"/>
          </p:cNvSpPr>
          <p:nvPr>
            <p:ph type="title"/>
          </p:nvPr>
        </p:nvSpPr>
        <p:spPr>
          <a:xfrm>
            <a:off x="675957" y="370589"/>
            <a:ext cx="2981643" cy="830997"/>
          </a:xfrm>
        </p:spPr>
        <p:txBody>
          <a:bodyPr>
            <a:normAutofit/>
          </a:bodyPr>
          <a:lstStyle/>
          <a:p>
            <a:r>
              <a:rPr lang="en-GB" dirty="0">
                <a:latin typeface="Agency FB" panose="020B0503020202020204" pitchFamily="34" charset="0"/>
              </a:rPr>
              <a:t>RESULTS : </a:t>
            </a:r>
            <a:endParaRPr lang="en-IN" dirty="0">
              <a:latin typeface="Agency FB" panose="020B0503020202020204" pitchFamily="34" charset="0"/>
            </a:endParaRPr>
          </a:p>
        </p:txBody>
      </p:sp>
      <p:pic>
        <p:nvPicPr>
          <p:cNvPr id="3" name="Picture 2">
            <a:extLst>
              <a:ext uri="{FF2B5EF4-FFF2-40B4-BE49-F238E27FC236}">
                <a16:creationId xmlns:a16="http://schemas.microsoft.com/office/drawing/2014/main" id="{E176B0A0-C96B-3329-C6F8-E619E21E5B38}"/>
              </a:ext>
            </a:extLst>
          </p:cNvPr>
          <p:cNvPicPr>
            <a:picLocks noChangeAspect="1"/>
          </p:cNvPicPr>
          <p:nvPr/>
        </p:nvPicPr>
        <p:blipFill>
          <a:blip r:embed="rId2"/>
          <a:stretch>
            <a:fillRect/>
          </a:stretch>
        </p:blipFill>
        <p:spPr>
          <a:xfrm>
            <a:off x="5389946" y="1437747"/>
            <a:ext cx="5657499" cy="4400277"/>
          </a:xfrm>
          <a:prstGeom prst="rect">
            <a:avLst/>
          </a:prstGeom>
        </p:spPr>
      </p:pic>
      <p:pic>
        <p:nvPicPr>
          <p:cNvPr id="10" name="Picture 9">
            <a:extLst>
              <a:ext uri="{FF2B5EF4-FFF2-40B4-BE49-F238E27FC236}">
                <a16:creationId xmlns:a16="http://schemas.microsoft.com/office/drawing/2014/main" id="{BB1FFDBA-A998-0566-38A4-C949CFF0BACF}"/>
              </a:ext>
            </a:extLst>
          </p:cNvPr>
          <p:cNvPicPr>
            <a:picLocks noChangeAspect="1"/>
          </p:cNvPicPr>
          <p:nvPr/>
        </p:nvPicPr>
        <p:blipFill>
          <a:blip r:embed="rId3"/>
          <a:stretch>
            <a:fillRect/>
          </a:stretch>
        </p:blipFill>
        <p:spPr>
          <a:xfrm>
            <a:off x="933646" y="2081366"/>
            <a:ext cx="4048901" cy="3113040"/>
          </a:xfrm>
          <a:prstGeom prst="rect">
            <a:avLst/>
          </a:prstGeom>
        </p:spPr>
      </p:pic>
    </p:spTree>
    <p:extLst>
      <p:ext uri="{BB962C8B-B14F-4D97-AF65-F5344CB8AC3E}">
        <p14:creationId xmlns:p14="http://schemas.microsoft.com/office/powerpoint/2010/main" val="3719392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2707954" y="1051511"/>
            <a:ext cx="4735798" cy="1383566"/>
          </a:xfrm>
        </p:spPr>
        <p:txBody>
          <a:bodyPr>
            <a:noAutofit/>
          </a:bodyPr>
          <a:lstStyle/>
          <a:p>
            <a:r>
              <a:rPr lang="en-IN" sz="7200" dirty="0">
                <a:latin typeface="Agency FB" panose="020B0503020202020204" pitchFamily="34" charset="0"/>
              </a:rPr>
              <a:t>GitHub Link :</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7CE7EC9E-3D88-FE50-0546-6AF4367E42BA}"/>
              </a:ext>
            </a:extLst>
          </p:cNvPr>
          <p:cNvSpPr txBox="1"/>
          <p:nvPr/>
        </p:nvSpPr>
        <p:spPr>
          <a:xfrm>
            <a:off x="1511560" y="2928705"/>
            <a:ext cx="8509518" cy="1815882"/>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hlinkClick r:id="rId3"/>
              </a:rPr>
              <a:t>https://github.com/karenacharya24-boop/Healthcare_Analytics_for_Doctor_Visits.git</a:t>
            </a:r>
            <a:endParaRPr lang="en-IN" sz="2800" b="1" dirty="0">
              <a:latin typeface="Times New Roman" panose="02020603050405020304" pitchFamily="18" charset="0"/>
              <a:cs typeface="Times New Roman" panose="02020603050405020304" pitchFamily="18" charset="0"/>
            </a:endParaRPr>
          </a:p>
          <a:p>
            <a:endParaRPr lang="en-IN" sz="2800" b="1" dirty="0">
              <a:latin typeface="Times New Roman" panose="02020603050405020304" pitchFamily="18" charset="0"/>
              <a:cs typeface="Times New Roman" panose="02020603050405020304" pitchFamily="18" charset="0"/>
            </a:endParaRPr>
          </a:p>
          <a:p>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97560" y="804717"/>
            <a:ext cx="11340000" cy="700114"/>
          </a:xfrm>
          <a:prstGeom prst="rect">
            <a:avLst/>
          </a:prstGeom>
        </p:spPr>
        <p:txBody>
          <a:bodyPr anchor="ctr">
            <a:noAutofit/>
          </a:bodyPr>
          <a:lstStyle/>
          <a:p>
            <a:pPr algn="ctr"/>
            <a:r>
              <a:rPr lang="en-US" sz="5400" b="1" dirty="0">
                <a:solidFill>
                  <a:schemeClr val="tx1"/>
                </a:solidFill>
                <a:latin typeface="Agency FB" panose="020B0503020202020204" pitchFamily="34"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819082" y="2046124"/>
            <a:ext cx="5989016" cy="3430946"/>
          </a:xfrm>
        </p:spPr>
        <p:txBody>
          <a:bodyPr>
            <a:noAutofit/>
          </a:bodyPr>
          <a:lstStyle/>
          <a:p>
            <a:r>
              <a:rPr lang="en-US" dirty="0">
                <a:solidFill>
                  <a:schemeClr val="tx1"/>
                </a:solidFill>
                <a:latin typeface="Times New Roman" panose="02020603050405020304" pitchFamily="18" charset="0"/>
                <a:cs typeface="Times New Roman" panose="02020603050405020304" pitchFamily="18" charset="0"/>
              </a:rPr>
              <a:t>[Karen Acharya]</a:t>
            </a:r>
          </a:p>
          <a:p>
            <a:r>
              <a:rPr lang="en-US" dirty="0">
                <a:solidFill>
                  <a:schemeClr val="tx1"/>
                </a:solidFill>
                <a:latin typeface="Times New Roman" panose="02020603050405020304" pitchFamily="18" charset="0"/>
                <a:cs typeface="Times New Roman" panose="02020603050405020304" pitchFamily="18" charset="0"/>
              </a:rPr>
              <a:t>AICTE STU ID : </a:t>
            </a:r>
            <a:r>
              <a:rPr lang="en-IN" b="0" dirty="0">
                <a:solidFill>
                  <a:schemeClr val="tx1"/>
                </a:solidFill>
                <a:latin typeface="Times New Roman" panose="02020603050405020304" pitchFamily="18" charset="0"/>
                <a:cs typeface="Times New Roman" panose="02020603050405020304" pitchFamily="18" charset="0"/>
              </a:rPr>
              <a:t>STU6a66eedfe85331785130719</a:t>
            </a:r>
          </a:p>
          <a:p>
            <a:r>
              <a:rPr lang="en-IN" dirty="0">
                <a:solidFill>
                  <a:schemeClr val="tx1"/>
                </a:solidFill>
                <a:latin typeface="Times New Roman" panose="02020603050405020304" pitchFamily="18" charset="0"/>
                <a:cs typeface="Times New Roman" panose="02020603050405020304" pitchFamily="18" charset="0"/>
              </a:rPr>
              <a:t>Email: </a:t>
            </a:r>
            <a:r>
              <a:rPr lang="en-IN" b="0" dirty="0">
                <a:solidFill>
                  <a:schemeClr val="tx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karenacharya24@gmail.com</a:t>
            </a:r>
            <a:endParaRPr lang="en-IN" b="0"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Mobile No.: </a:t>
            </a:r>
            <a:r>
              <a:rPr lang="en-IN" b="0" dirty="0">
                <a:solidFill>
                  <a:schemeClr val="tx1"/>
                </a:solidFill>
                <a:latin typeface="Times New Roman" panose="02020603050405020304" pitchFamily="18" charset="0"/>
                <a:cs typeface="Times New Roman" panose="02020603050405020304" pitchFamily="18" charset="0"/>
              </a:rPr>
              <a:t>8697355268</a:t>
            </a:r>
          </a:p>
          <a:p>
            <a:r>
              <a:rPr lang="en-IN" dirty="0">
                <a:solidFill>
                  <a:schemeClr val="tx1"/>
                </a:solidFill>
                <a:latin typeface="Times New Roman" panose="02020603050405020304" pitchFamily="18" charset="0"/>
                <a:cs typeface="Times New Roman" panose="02020603050405020304" pitchFamily="18" charset="0"/>
              </a:rPr>
              <a:t>Github Link: </a:t>
            </a:r>
            <a:r>
              <a:rPr lang="en-IN" dirty="0">
                <a:solidFill>
                  <a:schemeClr val="tx1"/>
                </a:solidFill>
                <a:latin typeface="Times New Roman" panose="02020603050405020304" pitchFamily="18" charset="0"/>
                <a:cs typeface="Times New Roman" panose="02020603050405020304" pitchFamily="18" charset="0"/>
                <a:hlinkClick r:id="rId4"/>
              </a:rPr>
              <a:t>https://github.com/karenacharya24-boop/Healthcare_Analytics_for_Doctor_Visits.git</a:t>
            </a:r>
            <a:r>
              <a:rPr lang="en-IN" dirty="0">
                <a:solidFill>
                  <a:schemeClr val="tx1"/>
                </a:solidFill>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791</TotalTime>
  <Words>490</Words>
  <Application>Microsoft Office PowerPoint</Application>
  <PresentationFormat>Widescreen</PresentationFormat>
  <Paragraphs>50</Paragraphs>
  <Slides>17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Agency FB</vt:lpstr>
      <vt:lpstr>Arial</vt:lpstr>
      <vt:lpstr>Calibri</vt:lpstr>
      <vt:lpstr>Times New Roman</vt:lpstr>
      <vt:lpstr>Trebuchet MS</vt:lpstr>
      <vt:lpstr>Wingdings</vt:lpstr>
      <vt:lpstr>Wingdings 3</vt:lpstr>
      <vt:lpstr>Facet</vt:lpstr>
      <vt:lpstr>Healthcare Analytics for Doctor Visits</vt:lpstr>
      <vt:lpstr>Problem  statement :</vt:lpstr>
      <vt:lpstr>Project Description : </vt:lpstr>
      <vt:lpstr>Who are the End users?</vt:lpstr>
      <vt:lpstr>Technology Used :</vt:lpstr>
      <vt:lpstr>RESULTS : </vt:lpstr>
      <vt:lpstr>RESULTS : </vt:lpstr>
      <vt:lpstr>RESULTS : </vt:lpstr>
      <vt:lpstr>RESULTS : </vt:lpstr>
      <vt:lpstr>RESULTS : </vt:lpstr>
      <vt:lpstr>RESULTS : </vt:lpstr>
      <vt:lpstr>RESULTS : </vt:lpstr>
      <vt:lpstr>RESULTS : </vt:lpstr>
      <vt:lpstr>RESULTS : </vt:lpstr>
      <vt:lpstr>RESULTS : </vt:lpstr>
      <vt:lpstr>GitHub Link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Karen Acharya</cp:lastModifiedBy>
  <cp:revision>98</cp:revision>
  <dcterms:created xsi:type="dcterms:W3CDTF">2021-07-11T13:13:15Z</dcterms:created>
  <dcterms:modified xsi:type="dcterms:W3CDTF">2026-10-09T18:07:17Z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